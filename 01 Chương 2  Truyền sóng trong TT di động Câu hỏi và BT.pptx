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12" r:id="rId4"/>
  </p:sldMasterIdLst>
  <p:notesMasterIdLst>
    <p:notesMasterId r:id="rId14"/>
  </p:notesMasterIdLst>
  <p:handoutMasterIdLst>
    <p:handoutMasterId r:id="rId15"/>
  </p:handoutMasterIdLst>
  <p:sldIdLst>
    <p:sldId id="256" r:id="rId5"/>
    <p:sldId id="325" r:id="rId6"/>
    <p:sldId id="322" r:id="rId7"/>
    <p:sldId id="385" r:id="rId8"/>
    <p:sldId id="387" r:id="rId9"/>
    <p:sldId id="386" r:id="rId10"/>
    <p:sldId id="389" r:id="rId11"/>
    <p:sldId id="390" r:id="rId12"/>
    <p:sldId id="388" r:id="rId13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 Minh Phuoc" initials="NMP" lastIdx="1" clrIdx="0">
    <p:extLst>
      <p:ext uri="{19B8F6BF-5375-455C-9EA6-DF929625EA0E}">
        <p15:presenceInfo xmlns:p15="http://schemas.microsoft.com/office/powerpoint/2012/main" userId="Ngo Minh Phuo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995B9-4BAA-4D62-B9AD-73913A05ED08}" v="9" dt="2019-08-07T04:29:20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2" autoAdjust="0"/>
    <p:restoredTop sz="94665"/>
  </p:normalViewPr>
  <p:slideViewPr>
    <p:cSldViewPr snapToGrid="0" snapToObjects="1">
      <p:cViewPr varScale="1">
        <p:scale>
          <a:sx n="53" d="100"/>
          <a:sy n="53" d="100"/>
        </p:scale>
        <p:origin x="138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Hoang Hai" userId="720252dd-c7d5-46cd-8179-7a575ddc9f96" providerId="ADAL" clId="{A78BECAB-CE15-4611-88EC-2FB07C778998}"/>
    <pc:docChg chg="undo custSel modSld">
      <pc:chgData name="Tran Hoang Hai" userId="720252dd-c7d5-46cd-8179-7a575ddc9f96" providerId="ADAL" clId="{A78BECAB-CE15-4611-88EC-2FB07C778998}" dt="2019-08-07T04:32:04.056" v="160" actId="732"/>
      <pc:docMkLst>
        <pc:docMk/>
      </pc:docMkLst>
      <pc:sldChg chg="addSp delSp modSp">
        <pc:chgData name="Tran Hoang Hai" userId="720252dd-c7d5-46cd-8179-7a575ddc9f96" providerId="ADAL" clId="{A78BECAB-CE15-4611-88EC-2FB07C778998}" dt="2019-08-07T04:32:04.056" v="160" actId="732"/>
        <pc:sldMkLst>
          <pc:docMk/>
          <pc:sldMk cId="3838769436" sldId="256"/>
        </pc:sldMkLst>
        <pc:spChg chg="mod">
          <ac:chgData name="Tran Hoang Hai" userId="720252dd-c7d5-46cd-8179-7a575ddc9f96" providerId="ADAL" clId="{A78BECAB-CE15-4611-88EC-2FB07C778998}" dt="2019-08-07T04:23:17.043" v="37" actId="20577"/>
          <ac:spMkLst>
            <pc:docMk/>
            <pc:sldMk cId="3838769436" sldId="256"/>
            <ac:spMk id="3" creationId="{00000000-0000-0000-0000-000000000000}"/>
          </ac:spMkLst>
        </pc:spChg>
        <pc:spChg chg="mod">
          <ac:chgData name="Tran Hoang Hai" userId="720252dd-c7d5-46cd-8179-7a575ddc9f96" providerId="ADAL" clId="{A78BECAB-CE15-4611-88EC-2FB07C778998}" dt="2019-08-07T04:23:25.527" v="77" actId="20577"/>
          <ac:spMkLst>
            <pc:docMk/>
            <pc:sldMk cId="3838769436" sldId="256"/>
            <ac:spMk id="7" creationId="{00000000-0000-0000-0000-000000000000}"/>
          </ac:spMkLst>
        </pc:spChg>
        <pc:picChg chg="add del mod">
          <ac:chgData name="Tran Hoang Hai" userId="720252dd-c7d5-46cd-8179-7a575ddc9f96" providerId="ADAL" clId="{A78BECAB-CE15-4611-88EC-2FB07C778998}" dt="2019-08-07T04:26:43.998" v="143" actId="478"/>
          <ac:picMkLst>
            <pc:docMk/>
            <pc:sldMk cId="3838769436" sldId="256"/>
            <ac:picMk id="4" creationId="{D06CDC14-632A-4CBC-96F5-FA39557A6F3C}"/>
          </ac:picMkLst>
        </pc:picChg>
        <pc:picChg chg="del">
          <ac:chgData name="Tran Hoang Hai" userId="720252dd-c7d5-46cd-8179-7a575ddc9f96" providerId="ADAL" clId="{A78BECAB-CE15-4611-88EC-2FB07C778998}" dt="2019-08-07T04:26:05.318" v="132" actId="478"/>
          <ac:picMkLst>
            <pc:docMk/>
            <pc:sldMk cId="3838769436" sldId="256"/>
            <ac:picMk id="5" creationId="{DCA792A9-3573-2947-A9CF-16056CAC7C8B}"/>
          </ac:picMkLst>
        </pc:picChg>
        <pc:picChg chg="add del mod">
          <ac:chgData name="Tran Hoang Hai" userId="720252dd-c7d5-46cd-8179-7a575ddc9f96" providerId="ADAL" clId="{A78BECAB-CE15-4611-88EC-2FB07C778998}" dt="2019-08-07T04:28:48.517" v="145" actId="478"/>
          <ac:picMkLst>
            <pc:docMk/>
            <pc:sldMk cId="3838769436" sldId="256"/>
            <ac:picMk id="9" creationId="{BCFFC6B8-650A-4499-B3DB-72926B343AA2}"/>
          </ac:picMkLst>
        </pc:picChg>
        <pc:picChg chg="add del mod">
          <ac:chgData name="Tran Hoang Hai" userId="720252dd-c7d5-46cd-8179-7a575ddc9f96" providerId="ADAL" clId="{A78BECAB-CE15-4611-88EC-2FB07C778998}" dt="2019-08-07T04:28:57.133" v="147" actId="478"/>
          <ac:picMkLst>
            <pc:docMk/>
            <pc:sldMk cId="3838769436" sldId="256"/>
            <ac:picMk id="11" creationId="{EB64D568-0379-47BB-B372-B1C171959105}"/>
          </ac:picMkLst>
        </pc:picChg>
        <pc:picChg chg="add mod modCrop">
          <ac:chgData name="Tran Hoang Hai" userId="720252dd-c7d5-46cd-8179-7a575ddc9f96" providerId="ADAL" clId="{A78BECAB-CE15-4611-88EC-2FB07C778998}" dt="2019-08-07T04:32:04.056" v="160" actId="732"/>
          <ac:picMkLst>
            <pc:docMk/>
            <pc:sldMk cId="3838769436" sldId="256"/>
            <ac:picMk id="13" creationId="{E92E86C3-7531-4982-BA32-CDCB361C6B93}"/>
          </ac:picMkLst>
        </pc:picChg>
      </pc:sldChg>
      <pc:sldChg chg="addSp delSp">
        <pc:chgData name="Tran Hoang Hai" userId="720252dd-c7d5-46cd-8179-7a575ddc9f96" providerId="ADAL" clId="{A78BECAB-CE15-4611-88EC-2FB07C778998}" dt="2019-08-07T04:23:56.613" v="131"/>
        <pc:sldMkLst>
          <pc:docMk/>
          <pc:sldMk cId="3510421754" sldId="270"/>
        </pc:sldMkLst>
        <pc:spChg chg="del">
          <ac:chgData name="Tran Hoang Hai" userId="720252dd-c7d5-46cd-8179-7a575ddc9f96" providerId="ADAL" clId="{A78BECAB-CE15-4611-88EC-2FB07C778998}" dt="2019-08-07T04:23:56.351" v="130" actId="478"/>
          <ac:spMkLst>
            <pc:docMk/>
            <pc:sldMk cId="3510421754" sldId="270"/>
            <ac:spMk id="9" creationId="{66FF68A7-AF71-2941-97F0-D5BD6D008048}"/>
          </ac:spMkLst>
        </pc:spChg>
        <pc:spChg chg="add">
          <ac:chgData name="Tran Hoang Hai" userId="720252dd-c7d5-46cd-8179-7a575ddc9f96" providerId="ADAL" clId="{A78BECAB-CE15-4611-88EC-2FB07C778998}" dt="2019-08-07T04:23:56.613" v="131"/>
          <ac:spMkLst>
            <pc:docMk/>
            <pc:sldMk cId="3510421754" sldId="270"/>
            <ac:spMk id="11" creationId="{6373AF64-6F1B-442B-BF4A-C0311778629D}"/>
          </ac:spMkLst>
        </pc:spChg>
      </pc:sldChg>
      <pc:sldChg chg="addSp delSp">
        <pc:chgData name="Tran Hoang Hai" userId="720252dd-c7d5-46cd-8179-7a575ddc9f96" providerId="ADAL" clId="{A78BECAB-CE15-4611-88EC-2FB07C778998}" dt="2019-08-07T04:23:43.228" v="123"/>
        <pc:sldMkLst>
          <pc:docMk/>
          <pc:sldMk cId="2355375388" sldId="322"/>
        </pc:sldMkLst>
        <pc:spChg chg="del">
          <ac:chgData name="Tran Hoang Hai" userId="720252dd-c7d5-46cd-8179-7a575ddc9f96" providerId="ADAL" clId="{A78BECAB-CE15-4611-88EC-2FB07C778998}" dt="2019-08-07T04:23:42.905" v="122" actId="478"/>
          <ac:spMkLst>
            <pc:docMk/>
            <pc:sldMk cId="2355375388" sldId="322"/>
            <ac:spMk id="8" creationId="{0377EE7E-427F-8F4F-9E94-382DDE8BE7E1}"/>
          </ac:spMkLst>
        </pc:spChg>
        <pc:spChg chg="add">
          <ac:chgData name="Tran Hoang Hai" userId="720252dd-c7d5-46cd-8179-7a575ddc9f96" providerId="ADAL" clId="{A78BECAB-CE15-4611-88EC-2FB07C778998}" dt="2019-08-07T04:23:43.228" v="123"/>
          <ac:spMkLst>
            <pc:docMk/>
            <pc:sldMk cId="2355375388" sldId="322"/>
            <ac:spMk id="9" creationId="{D601AE6E-6CAC-4411-8993-A481D3759C73}"/>
          </ac:spMkLst>
        </pc:spChg>
      </pc:sldChg>
      <pc:sldChg chg="modSp">
        <pc:chgData name="Tran Hoang Hai" userId="720252dd-c7d5-46cd-8179-7a575ddc9f96" providerId="ADAL" clId="{A78BECAB-CE15-4611-88EC-2FB07C778998}" dt="2019-08-07T04:23:37.768" v="121" actId="20577"/>
        <pc:sldMkLst>
          <pc:docMk/>
          <pc:sldMk cId="3982064402" sldId="325"/>
        </pc:sldMkLst>
        <pc:spChg chg="mod">
          <ac:chgData name="Tran Hoang Hai" userId="720252dd-c7d5-46cd-8179-7a575ddc9f96" providerId="ADAL" clId="{A78BECAB-CE15-4611-88EC-2FB07C778998}" dt="2019-08-07T04:23:37.768" v="121" actId="20577"/>
          <ac:spMkLst>
            <pc:docMk/>
            <pc:sldMk cId="3982064402" sldId="325"/>
            <ac:spMk id="6" creationId="{00000000-0000-0000-0000-000000000000}"/>
          </ac:spMkLst>
        </pc:spChg>
      </pc:sldChg>
      <pc:sldChg chg="addSp delSp">
        <pc:chgData name="Tran Hoang Hai" userId="720252dd-c7d5-46cd-8179-7a575ddc9f96" providerId="ADAL" clId="{A78BECAB-CE15-4611-88EC-2FB07C778998}" dt="2019-08-07T04:23:46.099" v="125"/>
        <pc:sldMkLst>
          <pc:docMk/>
          <pc:sldMk cId="2314770121" sldId="385"/>
        </pc:sldMkLst>
        <pc:spChg chg="add">
          <ac:chgData name="Tran Hoang Hai" userId="720252dd-c7d5-46cd-8179-7a575ddc9f96" providerId="ADAL" clId="{A78BECAB-CE15-4611-88EC-2FB07C778998}" dt="2019-08-07T04:23:46.099" v="125"/>
          <ac:spMkLst>
            <pc:docMk/>
            <pc:sldMk cId="2314770121" sldId="385"/>
            <ac:spMk id="13" creationId="{92D3615B-251A-43F2-901E-95B93E2FE1C7}"/>
          </ac:spMkLst>
        </pc:spChg>
        <pc:spChg chg="del">
          <ac:chgData name="Tran Hoang Hai" userId="720252dd-c7d5-46cd-8179-7a575ddc9f96" providerId="ADAL" clId="{A78BECAB-CE15-4611-88EC-2FB07C778998}" dt="2019-08-07T04:23:45.760" v="124" actId="478"/>
          <ac:spMkLst>
            <pc:docMk/>
            <pc:sldMk cId="2314770121" sldId="385"/>
            <ac:spMk id="14" creationId="{551D8BBD-162A-9D4E-AC6B-3BB8CCB7EDEF}"/>
          </ac:spMkLst>
        </pc:spChg>
      </pc:sldChg>
      <pc:sldChg chg="addSp delSp">
        <pc:chgData name="Tran Hoang Hai" userId="720252dd-c7d5-46cd-8179-7a575ddc9f96" providerId="ADAL" clId="{A78BECAB-CE15-4611-88EC-2FB07C778998}" dt="2019-08-07T04:23:52.529" v="129"/>
        <pc:sldMkLst>
          <pc:docMk/>
          <pc:sldMk cId="3096054395" sldId="386"/>
        </pc:sldMkLst>
        <pc:spChg chg="add">
          <ac:chgData name="Tran Hoang Hai" userId="720252dd-c7d5-46cd-8179-7a575ddc9f96" providerId="ADAL" clId="{A78BECAB-CE15-4611-88EC-2FB07C778998}" dt="2019-08-07T04:23:52.529" v="129"/>
          <ac:spMkLst>
            <pc:docMk/>
            <pc:sldMk cId="3096054395" sldId="386"/>
            <ac:spMk id="13" creationId="{F1AC1BE9-4373-4010-9445-A7EEEC50DF14}"/>
          </ac:spMkLst>
        </pc:spChg>
        <pc:spChg chg="del">
          <ac:chgData name="Tran Hoang Hai" userId="720252dd-c7d5-46cd-8179-7a575ddc9f96" providerId="ADAL" clId="{A78BECAB-CE15-4611-88EC-2FB07C778998}" dt="2019-08-07T04:23:52.256" v="128" actId="478"/>
          <ac:spMkLst>
            <pc:docMk/>
            <pc:sldMk cId="3096054395" sldId="386"/>
            <ac:spMk id="14" creationId="{DF6DB001-EF32-E240-9E30-C31F1F377394}"/>
          </ac:spMkLst>
        </pc:spChg>
      </pc:sldChg>
      <pc:sldChg chg="addSp delSp">
        <pc:chgData name="Tran Hoang Hai" userId="720252dd-c7d5-46cd-8179-7a575ddc9f96" providerId="ADAL" clId="{A78BECAB-CE15-4611-88EC-2FB07C778998}" dt="2019-08-07T04:23:49.562" v="127"/>
        <pc:sldMkLst>
          <pc:docMk/>
          <pc:sldMk cId="2192520134" sldId="387"/>
        </pc:sldMkLst>
        <pc:spChg chg="add">
          <ac:chgData name="Tran Hoang Hai" userId="720252dd-c7d5-46cd-8179-7a575ddc9f96" providerId="ADAL" clId="{A78BECAB-CE15-4611-88EC-2FB07C778998}" dt="2019-08-07T04:23:49.562" v="127"/>
          <ac:spMkLst>
            <pc:docMk/>
            <pc:sldMk cId="2192520134" sldId="387"/>
            <ac:spMk id="13" creationId="{A5611966-A17F-4DC9-A210-45A444BEB3D1}"/>
          </ac:spMkLst>
        </pc:spChg>
        <pc:spChg chg="del">
          <ac:chgData name="Tran Hoang Hai" userId="720252dd-c7d5-46cd-8179-7a575ddc9f96" providerId="ADAL" clId="{A78BECAB-CE15-4611-88EC-2FB07C778998}" dt="2019-08-07T04:23:49.184" v="126" actId="478"/>
          <ac:spMkLst>
            <pc:docMk/>
            <pc:sldMk cId="2192520134" sldId="387"/>
            <ac:spMk id="14" creationId="{06C03F47-37F3-5443-B874-020583ACE2A8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12953-CB91-BC47-88D1-BBBE82DC2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0CA16-40A2-9C40-8E59-791F5FFE04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F2C7B-E7AE-D442-BF2E-6CA2CF3C01D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0C1D6-A161-7E42-A6FE-4EACC0D5E5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3EB5F-A1DC-0B47-9E91-E08F9B0650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0B931-B215-6847-8C0F-1B4B51964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28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628C3-B4FC-7A4F-B985-13EC65DF1457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783F-DCC3-304A-B867-3F455E5FA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919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2783F-DCC3-304A-B867-3F455E5FA1DF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9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1A79-46D9-F342-91B9-FCB91961B94C}" type="datetime4">
              <a:rPr lang="en-US" smtClean="0"/>
              <a:t>April 11,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alphaModFix amt="2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0484"/>
            <a:ext cx="5442155" cy="4835680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latin typeface="+mn-lt"/>
              </a:defRPr>
            </a:lvl1pPr>
            <a:lvl2pPr marL="457200" indent="-18288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Ø"/>
              <a:defRPr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ü"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DE96-4665-3342-B5C2-E6BD4AB19EDE}" type="datetime4">
              <a:rPr lang="en-US" smtClean="0"/>
              <a:t>April 11,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28939" y="6492875"/>
            <a:ext cx="1315721" cy="365125"/>
          </a:xfrm>
        </p:spPr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E2DE48-AF62-2742-AED4-8694825AC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210" y="81280"/>
            <a:ext cx="570920" cy="8424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CAB4-CD83-4849-857B-BDD391173525}" type="datetime4">
              <a:rPr lang="en-US" smtClean="0"/>
              <a:t>April 11,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A07C-B2BD-D84F-9EF3-9ADAE6BB64A5}" type="datetime4">
              <a:rPr lang="en-US" smtClean="0"/>
              <a:t>April 11,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BB697-578A-ED45-A0A0-FEB252785680}" type="datetime4">
              <a:rPr lang="en-US" smtClean="0"/>
              <a:t>April 11,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CFA6E0-3A4B-4F49-B5B4-D73EA8DC47C6}"/>
              </a:ext>
            </a:extLst>
          </p:cNvPr>
          <p:cNvGrpSpPr/>
          <p:nvPr userDrawn="1"/>
        </p:nvGrpSpPr>
        <p:grpSpPr>
          <a:xfrm>
            <a:off x="0" y="0"/>
            <a:ext cx="9144000" cy="1042681"/>
            <a:chOff x="0" y="0"/>
            <a:chExt cx="9144000" cy="10426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0D7021-AC0A-468C-BA9B-0FB54B5CF157}"/>
                </a:ext>
              </a:extLst>
            </p:cNvPr>
            <p:cNvSpPr/>
            <p:nvPr userDrawn="1"/>
          </p:nvSpPr>
          <p:spPr>
            <a:xfrm>
              <a:off x="0" y="0"/>
              <a:ext cx="9144000" cy="1042681"/>
            </a:xfrm>
            <a:prstGeom prst="rect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095F1D-3AA8-4C3D-94A3-0E8298F89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4919" y="66372"/>
              <a:ext cx="606650" cy="909976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E8139E5-4D1A-499F-9530-F67E94387D4F}"/>
              </a:ext>
            </a:extLst>
          </p:cNvPr>
          <p:cNvSpPr txBox="1">
            <a:spLocks/>
          </p:cNvSpPr>
          <p:nvPr userDrawn="1"/>
        </p:nvSpPr>
        <p:spPr>
          <a:xfrm>
            <a:off x="1076632" y="66374"/>
            <a:ext cx="7808605" cy="7300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i="0" u="none" kern="1200" cap="all" spc="-6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E04D-4265-DB44-8105-69941C12B53E}" type="datetime4">
              <a:rPr lang="en-US" smtClean="0"/>
              <a:t>April 11,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0BAF-B72B-8C47-9F5D-09B79899845D}" type="datetime4">
              <a:rPr lang="en-US" smtClean="0"/>
              <a:t>April 11,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D48E-EE09-5147-AE86-E952991378CE}" type="datetime4">
              <a:rPr lang="en-US" smtClean="0"/>
              <a:t>April 11,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C4D-02BC-3D49-9A16-C40C6CA8F520}" type="datetime4">
              <a:rPr lang="en-US" smtClean="0"/>
              <a:t>April 11,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alphaModFix amt="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E1CA3E8-B6D8-3B41-B374-4560F909FBCB}" type="datetime4">
              <a:rPr lang="en-US" smtClean="0"/>
              <a:t>April 11,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0" i="0" u="none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7.wmf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50" y="5760294"/>
            <a:ext cx="8700899" cy="1177831"/>
          </a:xfrm>
        </p:spPr>
        <p:txBody>
          <a:bodyPr>
            <a:normAutofit/>
          </a:bodyPr>
          <a:lstStyle/>
          <a:p>
            <a:pPr algn="ctr"/>
            <a:r>
              <a:rPr lang="vi-VN" b="1" smtClean="0">
                <a:solidFill>
                  <a:srgbClr val="002060"/>
                </a:solidFill>
                <a:latin typeface="Arial Unicode MS"/>
              </a:rPr>
              <a:t>Chương</a:t>
            </a:r>
            <a:r>
              <a:rPr lang="en-US" b="1" smtClean="0">
                <a:solidFill>
                  <a:srgbClr val="002060"/>
                </a:solidFill>
                <a:latin typeface="Arial Unicode MS"/>
              </a:rPr>
              <a:t> 2.</a:t>
            </a:r>
            <a:r>
              <a:rPr lang="vi-VN" b="1" smtClean="0">
                <a:solidFill>
                  <a:srgbClr val="002060"/>
                </a:solidFill>
                <a:latin typeface="Arial Unicode MS"/>
              </a:rPr>
              <a:t> </a:t>
            </a:r>
            <a:r>
              <a:rPr lang="en-US" b="1" smtClean="0">
                <a:solidFill>
                  <a:srgbClr val="002060"/>
                </a:solidFill>
                <a:latin typeface="Arial Unicode MS"/>
              </a:rPr>
              <a:t>TRUYỀN SÓNG TRONG tt di động</a:t>
            </a:r>
            <a:r>
              <a:rPr lang="vi-VN" b="1" smtClean="0">
                <a:solidFill>
                  <a:srgbClr val="002060"/>
                </a:solidFill>
                <a:latin typeface="Arial Unicode MS"/>
              </a:rPr>
              <a:t>. </a:t>
            </a:r>
            <a:endParaRPr lang="en-US" b="1" dirty="0">
              <a:solidFill>
                <a:srgbClr val="002060"/>
              </a:solidFill>
              <a:latin typeface="Arial Unicode MS"/>
            </a:endParaRPr>
          </a:p>
          <a:p>
            <a:pPr algn="ctr"/>
            <a:r>
              <a:rPr lang="en-US" sz="1600" b="1" smtClean="0">
                <a:solidFill>
                  <a:srgbClr val="002060"/>
                </a:solidFill>
                <a:latin typeface="Arial Unicode MS"/>
              </a:rPr>
              <a:t>GVCC.TS</a:t>
            </a:r>
            <a:r>
              <a:rPr lang="en-US" sz="1600" b="1" dirty="0">
                <a:solidFill>
                  <a:srgbClr val="002060"/>
                </a:solidFill>
                <a:latin typeface="Arial Unicode MS"/>
              </a:rPr>
              <a:t>. </a:t>
            </a:r>
            <a:r>
              <a:rPr lang="vi-VN" sz="1600" b="1" dirty="0">
                <a:solidFill>
                  <a:srgbClr val="002060"/>
                </a:solidFill>
                <a:latin typeface="Arial Unicode MS"/>
              </a:rPr>
              <a:t>Lâm hồng thạch</a:t>
            </a:r>
            <a:endParaRPr lang="en-US" sz="1600" b="1" dirty="0">
              <a:solidFill>
                <a:srgbClr val="002060"/>
              </a:solidFill>
              <a:latin typeface="Arial Unicode MS"/>
            </a:endParaRPr>
          </a:p>
          <a:p>
            <a:pPr algn="ctr"/>
            <a:endParaRPr lang="en-US" b="1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6802" y="508790"/>
            <a:ext cx="5953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solidFill>
                  <a:srgbClr val="002060"/>
                </a:solidFill>
                <a:latin typeface="Arial Unicode MS"/>
              </a:rPr>
              <a:t>T</a:t>
            </a:r>
            <a:r>
              <a:rPr lang="en-US" sz="2800" b="1">
                <a:solidFill>
                  <a:srgbClr val="002060"/>
                </a:solidFill>
                <a:latin typeface="Arial Unicode MS"/>
              </a:rPr>
              <a:t>HÔNG TIN DI ĐỘNG</a:t>
            </a:r>
            <a:endParaRPr lang="en-US" sz="2800" b="1" dirty="0">
              <a:solidFill>
                <a:srgbClr val="002060"/>
              </a:solidFill>
              <a:latin typeface="Arial Unicode M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24" y="1424355"/>
            <a:ext cx="8112402" cy="40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6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0CA2A-6486-41DE-8E78-FC5A56BF5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569" y="2069453"/>
            <a:ext cx="6530768" cy="32439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thiệu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chung về truyền sóng vô tuyến</a:t>
            </a:r>
            <a:endParaRPr lang="en-US" sz="24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  <a:p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Truyền sóng trong thông tin di động</a:t>
            </a:r>
          </a:p>
          <a:p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tần số trong hệ thông tin di động</a:t>
            </a:r>
          </a:p>
          <a:p>
            <a:pPr marL="0" indent="0">
              <a:buNone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   Hiện tượng fadinh, phân tán thời gian, </a:t>
            </a:r>
          </a:p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hiệu ứng xa gần, hiệu ứng Doppler</a:t>
            </a:r>
          </a:p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5</a:t>
            </a:r>
            <a:r>
              <a:rPr lang="en-US" sz="2400" smtClean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.    Câu hỏi và bài tập – Bài toán tính toán công suất</a:t>
            </a:r>
            <a:endParaRPr lang="en-US" sz="24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B3BB4-44E9-4D0B-BAAC-F2F1A6736917}"/>
              </a:ext>
            </a:extLst>
          </p:cNvPr>
          <p:cNvSpPr txBox="1"/>
          <p:nvPr/>
        </p:nvSpPr>
        <p:spPr>
          <a:xfrm>
            <a:off x="1871662" y="1284096"/>
            <a:ext cx="540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BÀI HỌC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2C802-B54D-7044-839F-5378EC5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6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71697" y="1331912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</a:t>
            </a: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CHUNG VỀ TRUYỀN SÓNG VÔ TUYẾN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9771BB98-C263-4172-945E-590AED9EC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861040"/>
            <a:ext cx="86756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맑은 고딕" panose="020B0503020000020004" pitchFamily="34" charset="-127"/>
                <a:ea typeface="굴림" panose="020B0600000101010101" pitchFamily="34" charset="-127"/>
              </a:defRPr>
            </a:lvl9pPr>
          </a:lstStyle>
          <a:p>
            <a:pPr algn="just" latinLnBrk="1">
              <a:lnSpc>
                <a:spcPct val="150000"/>
              </a:lnSpc>
            </a:pPr>
            <a:r>
              <a:rPr 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1.1. Bức xạ điện từ</a:t>
            </a:r>
          </a:p>
          <a:p>
            <a:pPr algn="just" eaLnBrk="1" latinLnBrk="1" hangingPunct="1">
              <a:lnSpc>
                <a:spcPct val="150000"/>
              </a:lnSpc>
            </a:pP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A6040-F20F-B24B-B2F3-4DBA5668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08" y="2690446"/>
            <a:ext cx="7737229" cy="38024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53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68313" y="1019679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CÁC ĐẠI LƯỢNG CƠ BẢN CỦA SÓNG ĐIỆN TỪ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5AAAC-4721-3945-AA11-591B7253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0" y="1752600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52600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0" y="1629003"/>
            <a:ext cx="91439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Véc tơ cường độ điện trường E (V/m)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Véc tơ cường độ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trường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(A/m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của sóng điện từ lan truyền trong không gian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Véc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tơ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Pointing (w/m2)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Chiều của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véc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tơ Pointing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 chiều lan truyền sóng</a:t>
            </a:r>
          </a:p>
        </p:txBody>
      </p:sp>
      <p:sp>
        <p:nvSpPr>
          <p:cNvPr id="2" name="Rectangle 71">
            <a:extLst>
              <a:ext uri="{FF2B5EF4-FFF2-40B4-BE49-F238E27FC236}">
                <a16:creationId xmlns:a16="http://schemas.microsoft.com/office/drawing/2014/main" id="{52FFCD5D-BB0D-4D06-9C8B-B0DB6F8D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0" y="457200"/>
          <a:ext cx="1524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" name="Equation" r:id="rId5" imgW="152268" imgH="203024" progId="Equation.3">
                  <p:embed/>
                </p:oleObj>
              </mc:Choice>
              <mc:Fallback>
                <p:oleObj name="Equation" r:id="rId5" imgW="152268" imgH="203024" progId="Equation.3">
                  <p:embed/>
                  <p:pic>
                    <p:nvPicPr>
                      <p:cNvPr id="0" name="Object 5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52400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0" y="657225"/>
          <a:ext cx="1809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" name="Equation" r:id="rId7" imgW="177569" imgH="202936" progId="Equation.3">
                  <p:embed/>
                </p:oleObj>
              </mc:Choice>
              <mc:Fallback>
                <p:oleObj name="Equation" r:id="rId7" imgW="177569" imgH="202936" progId="Equation.3">
                  <p:embed/>
                  <p:pic>
                    <p:nvPicPr>
                      <p:cNvPr id="0" name="Object 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57225"/>
                        <a:ext cx="1809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/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712" y="3435565"/>
            <a:ext cx="2751703" cy="712690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9" name="Rectangle 5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95813"/>
              </p:ext>
            </p:extLst>
          </p:nvPr>
        </p:nvGraphicFramePr>
        <p:xfrm>
          <a:off x="3300758" y="4762577"/>
          <a:ext cx="2305658" cy="33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" name="Equation" r:id="rId10" imgW="685800" imgH="203200" progId="Equation.3">
                  <p:embed/>
                </p:oleObj>
              </mc:Choice>
              <mc:Fallback>
                <p:oleObj name="Equation" r:id="rId10" imgW="685800" imgH="203200" progId="Equation.3">
                  <p:embed/>
                  <p:pic>
                    <p:nvPicPr>
                      <p:cNvPr id="0" name="Object 5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758" y="4762577"/>
                        <a:ext cx="2305658" cy="3335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477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68313" y="1131194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</a:t>
            </a: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CÁC ĐẶC TÍNH CƠ BẢN CỦA SÓNG ĐIỆN TỪ 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87062"/>
            <a:ext cx="931984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 năng lượng</a:t>
            </a:r>
          </a:p>
          <a:p>
            <a:pPr marL="342900" indent="-342900">
              <a:buFontTx/>
              <a:buChar char="-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tương tác</a:t>
            </a:r>
          </a:p>
          <a:p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  Đặc tính lan truyền</a:t>
            </a:r>
          </a:p>
          <a:p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Dao động điện từ lan truyền trong không gian tự do với vận tốc c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óng điện từ là gì? Những đặc điểm cơ bản của sóng điện từ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640" y="3777910"/>
            <a:ext cx="3728720" cy="25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5464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170007"/>
              </p:ext>
            </p:extLst>
          </p:nvPr>
        </p:nvGraphicFramePr>
        <p:xfrm>
          <a:off x="0" y="546408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4" imgW="368140" imgH="444307" progId="Equation.3">
                  <p:embed/>
                </p:oleObj>
              </mc:Choice>
              <mc:Fallback>
                <p:oleObj name="Equation" r:id="rId4" imgW="368140" imgH="44430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6408"/>
                        <a:ext cx="390525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252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50B5-ED44-7D4D-90E9-1A7CBF66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14946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68313" y="1131194"/>
            <a:ext cx="6133209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</a:t>
            </a: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CÁC ĐẶC TÍNH CƠ BẢN CỦA SÓNG ĐIỆN TỪ 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84EDA-3844-4019-94EC-9103E310CF70}"/>
              </a:ext>
            </a:extLst>
          </p:cNvPr>
          <p:cNvSpPr/>
          <p:nvPr/>
        </p:nvSpPr>
        <p:spPr>
          <a:xfrm>
            <a:off x="120152" y="2135808"/>
            <a:ext cx="7692198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Đặc tính phân cực</a:t>
            </a:r>
          </a:p>
          <a:p>
            <a:pPr algn="just" latinLnBrk="1">
              <a:lnSpc>
                <a:spcPct val="15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cực thẳng</a:t>
            </a:r>
          </a:p>
          <a:p>
            <a:pPr algn="just" latinLnBrk="1">
              <a:lnSpc>
                <a:spcPct val="15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cực tròn</a:t>
            </a:r>
          </a:p>
          <a:p>
            <a:pPr algn="just" latinLnBrk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Phân cức elip</a:t>
            </a:r>
          </a:p>
          <a:p>
            <a:pPr algn="just" latinLnBrk="1">
              <a:lnSpc>
                <a:spcPct val="150000"/>
              </a:lnSpc>
            </a:pPr>
            <a:endParaRPr lang="en-US" altLang="en-US" dirty="0">
              <a:latin typeface="Arial Unicode MS" pitchFamily="1" charset="0"/>
              <a:cs typeface="Arial" panose="020B0604020202020204" pitchFamily="34" charset="0"/>
            </a:endParaRPr>
          </a:p>
        </p:txBody>
      </p:sp>
      <p:pic>
        <p:nvPicPr>
          <p:cNvPr id="9" name="Picture 8" descr="Circular polarization - Wikipedia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340" y="3200399"/>
            <a:ext cx="4690009" cy="30369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605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2663" y="1393902"/>
            <a:ext cx="9221997" cy="4482791"/>
          </a:xfrm>
        </p:spPr>
        <p:txBody>
          <a:bodyPr/>
          <a:lstStyle/>
          <a:p>
            <a:pPr marL="0" indent="0">
              <a:buNone/>
            </a:pPr>
            <a:r>
              <a:rPr lang="en-US" b="0" smtClean="0"/>
              <a:t>Sóng điện từ lan truyền trong không gian tự do suy hao theo công thức Friis 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825152" y="673997"/>
            <a:ext cx="6133209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1.4. SUY HAO</a:t>
            </a: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 CỦA SÓNG ĐIỆN TỪ 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ttp://vientin.com/uploads/giai%20phap%20vo%20tuyen/pathloss_eq_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79" y="2074222"/>
            <a:ext cx="1583285" cy="53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vientin.com/uploads/giai%20phap%20vo%20tuyen/signalpropag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419" y="3216269"/>
            <a:ext cx="528637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27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159727"/>
            <a:ext cx="7571739" cy="5333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smtClean="0"/>
              <a:t>Bài tập</a:t>
            </a:r>
          </a:p>
          <a:p>
            <a:pPr marL="0" indent="0">
              <a:buNone/>
            </a:pPr>
            <a:r>
              <a:rPr lang="en-US" b="0" smtClean="0"/>
              <a:t>1/ Tính suy truyền sóng trong không gian tự do, biết:</a:t>
            </a:r>
          </a:p>
          <a:p>
            <a:pPr marL="0" indent="0">
              <a:buNone/>
            </a:pPr>
            <a:r>
              <a:rPr lang="en-US" b="0" smtClean="0"/>
              <a:t>d=3km</a:t>
            </a:r>
          </a:p>
          <a:p>
            <a:pPr marL="0" indent="0">
              <a:buNone/>
            </a:pPr>
            <a:r>
              <a:rPr lang="en-US" b="0" smtClean="0"/>
              <a:t>f=1GHz</a:t>
            </a:r>
          </a:p>
          <a:p>
            <a:pPr marL="0" indent="0">
              <a:buNone/>
            </a:pPr>
            <a:r>
              <a:rPr lang="en-US" b="0" smtClean="0"/>
              <a:t>Trong 2 trường hợp:</a:t>
            </a:r>
          </a:p>
          <a:p>
            <a:pPr marL="0" indent="0">
              <a:buNone/>
            </a:pPr>
            <a:r>
              <a:rPr lang="en-US" b="0" smtClean="0"/>
              <a:t>a/ Anten phát bức xạ đẳng hướng</a:t>
            </a:r>
          </a:p>
          <a:p>
            <a:pPr marL="0" indent="0">
              <a:buNone/>
            </a:pPr>
            <a:r>
              <a:rPr lang="en-US" b="0" smtClean="0"/>
              <a:t>b/ Anten phát bức xạ định hướng, với hệ số định hướng 30dB</a:t>
            </a:r>
          </a:p>
          <a:p>
            <a:pPr marL="0" indent="0">
              <a:buNone/>
            </a:pPr>
            <a:r>
              <a:rPr lang="en-US" b="0" smtClean="0"/>
              <a:t>2/ Câu hỏi: </a:t>
            </a:r>
          </a:p>
          <a:p>
            <a:pPr marL="342900" indent="-342900">
              <a:buFontTx/>
              <a:buChar char="-"/>
            </a:pPr>
            <a:r>
              <a:rPr lang="en-US" b="0" smtClean="0"/>
              <a:t>Công suất 100W bằng bao nhiêu dBW?</a:t>
            </a:r>
          </a:p>
          <a:p>
            <a:pPr marL="342900" indent="-342900">
              <a:buFontTx/>
              <a:buChar char="-"/>
            </a:pPr>
            <a:r>
              <a:rPr lang="en-US" b="0" smtClean="0"/>
              <a:t>Công </a:t>
            </a:r>
            <a:r>
              <a:rPr lang="en-US" b="0"/>
              <a:t>suất 100W bằng bao nhiêu </a:t>
            </a:r>
            <a:r>
              <a:rPr lang="en-US" b="0" smtClean="0"/>
              <a:t>dBm?</a:t>
            </a:r>
            <a:endParaRPr lang="en-US" b="0"/>
          </a:p>
          <a:p>
            <a:pPr marL="0" indent="0">
              <a:buNone/>
            </a:pPr>
            <a:r>
              <a:rPr lang="en-US" b="0" smtClean="0"/>
              <a:t>-    Công </a:t>
            </a:r>
            <a:r>
              <a:rPr lang="en-US" b="0"/>
              <a:t>suất 1W </a:t>
            </a:r>
            <a:r>
              <a:rPr lang="en-US" b="0" smtClean="0"/>
              <a:t>(đổi </a:t>
            </a:r>
            <a:r>
              <a:rPr lang="en-US" b="0"/>
              <a:t>sang </a:t>
            </a:r>
            <a:r>
              <a:rPr lang="en-US" b="0" smtClean="0"/>
              <a:t>dBW) </a:t>
            </a:r>
            <a:r>
              <a:rPr lang="en-US" b="0"/>
              <a:t>bằng bao nhiêu </a:t>
            </a:r>
            <a:r>
              <a:rPr lang="en-US" b="0" smtClean="0"/>
              <a:t>dBW? </a:t>
            </a:r>
          </a:p>
          <a:p>
            <a:pPr marL="0" indent="0">
              <a:buNone/>
            </a:pPr>
            <a:r>
              <a:rPr lang="en-US" b="0" smtClean="0"/>
              <a:t>-    Công </a:t>
            </a:r>
            <a:r>
              <a:rPr lang="en-US" b="0"/>
              <a:t>suất 1W </a:t>
            </a:r>
            <a:r>
              <a:rPr lang="en-US" b="0" smtClean="0"/>
              <a:t>(đổi </a:t>
            </a:r>
            <a:r>
              <a:rPr lang="en-US" b="0"/>
              <a:t>sang </a:t>
            </a:r>
            <a:r>
              <a:rPr lang="en-US" b="0" smtClean="0"/>
              <a:t>dBm) </a:t>
            </a:r>
            <a:r>
              <a:rPr lang="en-US" b="0"/>
              <a:t>bằng </a:t>
            </a:r>
            <a:r>
              <a:rPr lang="en-US" b="0" smtClean="0"/>
              <a:t>bao nhiêu </a:t>
            </a:r>
            <a:r>
              <a:rPr lang="en-US" b="0"/>
              <a:t>dBm? </a:t>
            </a:r>
          </a:p>
          <a:p>
            <a:pPr marL="0" indent="0">
              <a:buNone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1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AC22F-C255-4EE2-8FD7-0A485FE3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9AADC-401A-4787-8195-64CA69D31D31}"/>
              </a:ext>
            </a:extLst>
          </p:cNvPr>
          <p:cNvSpPr/>
          <p:nvPr/>
        </p:nvSpPr>
        <p:spPr>
          <a:xfrm>
            <a:off x="120152" y="1008408"/>
            <a:ext cx="75072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TRUYỀN SÓNG TRONG THÔNG TIN DI ĐỘNG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84EDA-3844-4019-94EC-9103E310CF70}"/>
              </a:ext>
            </a:extLst>
          </p:cNvPr>
          <p:cNvSpPr/>
          <p:nvPr/>
        </p:nvSpPr>
        <p:spPr>
          <a:xfrm>
            <a:off x="120152" y="1344073"/>
            <a:ext cx="7692198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</a:pP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</a:pPr>
            <a:r>
              <a:rPr lang="nl-NL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r>
              <a:rPr lang="nl-NL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Đặc điểm chung</a:t>
            </a: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Sóng truyền trực tiếp trong tầm nhìn thẳng</a:t>
            </a: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sóng cực ngắn</a:t>
            </a: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của Fadinh và biện pháp khắc phục</a:t>
            </a: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của hiện tượng 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“xa” – “gần”</a:t>
            </a: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ảnh hưởng khác: hiệu ứng Doppler, hiện tượng phân tán thời gian</a:t>
            </a:r>
            <a:endParaRPr lang="en-US" altLang="en-US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just" latinLnBrk="1">
              <a:lnSpc>
                <a:spcPct val="150000"/>
              </a:lnSpc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.2. Các dạng bài toán truyền song trong thông tin di động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toán vùng phủ sóng: Tính độ nhậy thu của MS vẫn liên lạc ở biên ô</a:t>
            </a:r>
          </a:p>
          <a:p>
            <a:pPr marL="285750" indent="-285750" algn="just" latinLnBrk="1">
              <a:lnSpc>
                <a:spcPct val="150000"/>
              </a:lnSpc>
              <a:buFontTx/>
              <a:buChar char="-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toán nhiễu đồng kênh giữa 2 ô sử dụng cùng tần số 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2426BA-BBC6-4E00-A871-A6A4E4DB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147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 - &amp;quot;CONTENT&amp;quot;&quot;/&gt;&lt;property id=&quot;20307&quot; value=&quot;258&quot;/&gt;&lt;/object&gt;&lt;object type=&quot;3&quot; unique_id=&quot;10006&quot;&gt;&lt;property id=&quot;20148&quot; value=&quot;5&quot;/&gt;&lt;property id=&quot;20300&quot; value=&quot;Slide 3&quot;/&gt;&lt;property id=&quot;20307&quot; value=&quot;260&quot;/&gt;&lt;/object&gt;&lt;object type=&quot;3&quot; unique_id=&quot;10007&quot;&gt;&lt;property id=&quot;20148&quot; value=&quot;5&quot;/&gt;&lt;property id=&quot;20300&quot; value=&quot;Slide 4&quot;/&gt;&lt;property id=&quot;20307&quot; value=&quot;261&quot;/&gt;&lt;/object&gt;&lt;object type=&quot;3&quot; unique_id=&quot;10008&quot;&gt;&lt;property id=&quot;20148&quot; value=&quot;5&quot;/&gt;&lt;property id=&quot;20300&quot; value=&quot;Slide 5&quot;/&gt;&lt;property id=&quot;20307&quot; value=&quot;262&quot;/&gt;&lt;/object&gt;&lt;object type=&quot;3&quot; unique_id=&quot;10009&quot;&gt;&lt;property id=&quot;20148&quot; value=&quot;5&quot;/&gt;&lt;property id=&quot;20300&quot; value=&quot;Slide 6&quot;/&gt;&lt;property id=&quot;20307&quot; value=&quot;263&quot;/&gt;&lt;/object&gt;&lt;object type=&quot;3&quot; unique_id=&quot;10010&quot;&gt;&lt;property id=&quot;20148&quot; value=&quot;5&quot;/&gt;&lt;property id=&quot;20300&quot; value=&quot;Slide 7&quot;/&gt;&lt;property id=&quot;20307&quot; value=&quot;264&quot;/&gt;&lt;/object&gt;&lt;object type=&quot;3&quot; unique_id=&quot;10014&quot;&gt;&lt;property id=&quot;20148&quot; value=&quot;5&quot;/&gt;&lt;property id=&quot;20300&quot; value=&quot;Slide 8&quot;/&gt;&lt;property id=&quot;20307&quot; value=&quot;267&quot;/&gt;&lt;/object&gt;&lt;object type=&quot;3&quot; unique_id=&quot;10017&quot;&gt;&lt;property id=&quot;20148&quot; value=&quot;5&quot;/&gt;&lt;property id=&quot;20300&quot; value=&quot;Slide 18&quot;/&gt;&lt;property id=&quot;20307&quot; value=&quot;270&quot;/&gt;&lt;/object&gt;&lt;object type=&quot;3&quot; unique_id=&quot;10451&quot;&gt;&lt;property id=&quot;20148&quot; value=&quot;5&quot;/&gt;&lt;property id=&quot;20300&quot; value=&quot;Slide 9&quot;/&gt;&lt;property id=&quot;20307&quot; value=&quot;273&quot;/&gt;&lt;/object&gt;&lt;object type=&quot;3&quot; unique_id=&quot;10903&quot;&gt;&lt;property id=&quot;20148&quot; value=&quot;5&quot;/&gt;&lt;property id=&quot;20300&quot; value=&quot;Slide 11&quot;/&gt;&lt;property id=&quot;20307&quot; value=&quot;276&quot;/&gt;&lt;/object&gt;&lt;object type=&quot;3&quot; unique_id=&quot;1166415&quot;&gt;&lt;property id=&quot;20148&quot; value=&quot;5&quot;/&gt;&lt;property id=&quot;20300&quot; value=&quot;Slide 10&quot;/&gt;&lt;property id=&quot;20307&quot; value=&quot;277&quot;/&gt;&lt;/object&gt;&lt;object type=&quot;3&quot; unique_id=&quot;1166476&quot;&gt;&lt;property id=&quot;20148&quot; value=&quot;5&quot;/&gt;&lt;property id=&quot;20300&quot; value=&quot;Slide 12&quot;/&gt;&lt;property id=&quot;20307&quot; value=&quot;286&quot;/&gt;&lt;/object&gt;&lt;object type=&quot;3&quot; unique_id=&quot;1166642&quot;&gt;&lt;property id=&quot;20148&quot; value=&quot;5&quot;/&gt;&lt;property id=&quot;20300&quot; value=&quot;Slide 13&quot;/&gt;&lt;property id=&quot;20307&quot; value=&quot;281&quot;/&gt;&lt;/object&gt;&lt;object type=&quot;3&quot; unique_id=&quot;1166643&quot;&gt;&lt;property id=&quot;20148&quot; value=&quot;5&quot;/&gt;&lt;property id=&quot;20300&quot; value=&quot;Slide 14&quot;/&gt;&lt;property id=&quot;20307&quot; value=&quot;288&quot;/&gt;&lt;/object&gt;&lt;object type=&quot;3&quot; unique_id=&quot;1166644&quot;&gt;&lt;property id=&quot;20148&quot; value=&quot;5&quot;/&gt;&lt;property id=&quot;20300&quot; value=&quot;Slide 15&quot;/&gt;&lt;property id=&quot;20307&quot; value=&quot;289&quot;/&gt;&lt;/object&gt;&lt;object type=&quot;3&quot; unique_id=&quot;1166645&quot;&gt;&lt;property id=&quot;20148&quot; value=&quot;5&quot;/&gt;&lt;property id=&quot;20300&quot; value=&quot;Slide 16&quot;/&gt;&lt;property id=&quot;20307&quot; value=&quot;285&quot;/&gt;&lt;/object&gt;&lt;object type=&quot;3&quot; unique_id=&quot;1166646&quot;&gt;&lt;property id=&quot;20148&quot; value=&quot;5&quot;/&gt;&lt;property id=&quot;20300&quot; value=&quot;Slide 17&quot;/&gt;&lt;property id=&quot;20307&quot; value=&quot;291&quot;/&gt;&lt;/object&gt;&lt;/object&gt;&lt;object type=&quot;8&quot; unique_id=&quot;10034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c0e146-7933-430d-95e9-7a57eeef4b51" xsi:nil="true"/>
    <lcf76f155ced4ddcb4097134ff3c332f xmlns="76c39492-0838-4393-a9cb-f762ec56069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071AB2BE2774A9C6F5D2B7BD14EDC" ma:contentTypeVersion="12" ma:contentTypeDescription="Create a new document." ma:contentTypeScope="" ma:versionID="a5f0e81f927b551c3c32385215b4a772">
  <xsd:schema xmlns:xsd="http://www.w3.org/2001/XMLSchema" xmlns:xs="http://www.w3.org/2001/XMLSchema" xmlns:p="http://schemas.microsoft.com/office/2006/metadata/properties" xmlns:ns2="76c39492-0838-4393-a9cb-f762ec560696" xmlns:ns3="10c0e146-7933-430d-95e9-7a57eeef4b51" targetNamespace="http://schemas.microsoft.com/office/2006/metadata/properties" ma:root="true" ma:fieldsID="eef2dfc9304f027e92937f3f644ead54" ns2:_="" ns3:_="">
    <xsd:import namespace="76c39492-0838-4393-a9cb-f762ec560696"/>
    <xsd:import namespace="10c0e146-7933-430d-95e9-7a57eeef4b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39492-0838-4393-a9cb-f762ec560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0e146-7933-430d-95e9-7a57eeef4b5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9fe5d71-36d0-44db-8c49-8726554bd002}" ma:internalName="TaxCatchAll" ma:showField="CatchAllData" ma:web="10c0e146-7933-430d-95e9-7a57eeef4b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EF8AF4-6609-4BFA-9A28-F714DC635480}">
  <ds:schemaRefs>
    <ds:schemaRef ds:uri="http://purl.org/dc/dcmitype/"/>
    <ds:schemaRef ds:uri="91781773-cf10-4f2f-83f1-f92ceadca312"/>
    <ds:schemaRef ds:uri="http://purl.org/dc/elements/1.1/"/>
    <ds:schemaRef ds:uri="http://schemas.microsoft.com/office/infopath/2007/PartnerControls"/>
    <ds:schemaRef ds:uri="caa1b16a-a8f8-4463-89e0-0b22ac182062"/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C0CF725-28D1-47B1-8519-A1906D559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CBBBF8-E529-4BA1-9A78-06C643741FB3}"/>
</file>

<file path=docProps/app.xml><?xml version="1.0" encoding="utf-8"?>
<Properties xmlns="http://schemas.openxmlformats.org/officeDocument/2006/extended-properties" xmlns:vt="http://schemas.openxmlformats.org/officeDocument/2006/docPropsVTypes">
  <Template>Essential.thmx</Template>
  <TotalTime>4237</TotalTime>
  <Words>459</Words>
  <Application>Microsoft Office PowerPoint</Application>
  <PresentationFormat>On-screen Show (4:3)</PresentationFormat>
  <Paragraphs>73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Arial Unicode MS</vt:lpstr>
      <vt:lpstr>Calibri</vt:lpstr>
      <vt:lpstr>굴림</vt:lpstr>
      <vt:lpstr>Times New Roman</vt:lpstr>
      <vt:lpstr>Wingdings</vt:lpstr>
      <vt:lpstr>Essential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Hoang-hai Tran</dc:creator>
  <cp:lastModifiedBy>84345821541</cp:lastModifiedBy>
  <cp:revision>327</cp:revision>
  <dcterms:created xsi:type="dcterms:W3CDTF">2016-05-07T23:28:48Z</dcterms:created>
  <dcterms:modified xsi:type="dcterms:W3CDTF">2023-04-11T16:12:20Z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0x0101004A4071AB2BE2774A9C6F5D2B7BD14EDC</vt:lpwstr>
  </property>
</Properties>
</file>