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12" r:id="rId4"/>
  </p:sldMasterIdLst>
  <p:notesMasterIdLst>
    <p:notesMasterId r:id="rId13"/>
  </p:notesMasterIdLst>
  <p:handoutMasterIdLst>
    <p:handoutMasterId r:id="rId14"/>
  </p:handoutMasterIdLst>
  <p:sldIdLst>
    <p:sldId id="256" r:id="rId5"/>
    <p:sldId id="325" r:id="rId6"/>
    <p:sldId id="322" r:id="rId7"/>
    <p:sldId id="385" r:id="rId8"/>
    <p:sldId id="387" r:id="rId9"/>
    <p:sldId id="386" r:id="rId10"/>
    <p:sldId id="388" r:id="rId11"/>
    <p:sldId id="399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 Minh Phuoc" initials="NMP" lastIdx="1" clrIdx="0">
    <p:extLst>
      <p:ext uri="{19B8F6BF-5375-455C-9EA6-DF929625EA0E}">
        <p15:presenceInfo xmlns:p15="http://schemas.microsoft.com/office/powerpoint/2012/main" userId="Ngo Minh Phuo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995B9-4BAA-4D62-B9AD-73913A05ED08}" v="9" dt="2019-08-07T04:29:20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2" autoAdjust="0"/>
    <p:restoredTop sz="94665"/>
  </p:normalViewPr>
  <p:slideViewPr>
    <p:cSldViewPr snapToGrid="0" snapToObjects="1">
      <p:cViewPr varScale="1">
        <p:scale>
          <a:sx n="108" d="100"/>
          <a:sy n="108" d="100"/>
        </p:scale>
        <p:origin x="178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12953-CB91-BC47-88D1-BBBE82DC2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0CA16-40A2-9C40-8E59-791F5FFE04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F2C7B-E7AE-D442-BF2E-6CA2CF3C01D2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0C1D6-A161-7E42-A6FE-4EACC0D5E5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3EB5F-A1DC-0B47-9E91-E08F9B0650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0B931-B215-6847-8C0F-1B4B51964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28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628C3-B4FC-7A4F-B985-13EC65DF145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783F-DCC3-304A-B867-3F455E5FA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919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2783F-DCC3-304A-B867-3F455E5FA1DF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9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1A79-46D9-F342-91B9-FCB91961B94C}" type="datetime4">
              <a:rPr lang="en-US" smtClean="0"/>
              <a:t>March 3,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alphaModFix amt="2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0484"/>
            <a:ext cx="5442155" cy="4835680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latin typeface="+mn-lt"/>
              </a:defRPr>
            </a:lvl1pPr>
            <a:lvl2pPr marL="457200" indent="-18288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Ø"/>
              <a:defRPr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ü"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DE96-4665-3342-B5C2-E6BD4AB19EDE}" type="datetime4">
              <a:rPr lang="en-US" smtClean="0"/>
              <a:t>March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28939" y="6492875"/>
            <a:ext cx="1315721" cy="365125"/>
          </a:xfrm>
        </p:spPr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E2DE48-AF62-2742-AED4-8694825AC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210" y="81280"/>
            <a:ext cx="570920" cy="8424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CAB4-CD83-4849-857B-BDD391173525}" type="datetime4">
              <a:rPr lang="en-US" smtClean="0"/>
              <a:t>March 3,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A07C-B2BD-D84F-9EF3-9ADAE6BB64A5}" type="datetime4">
              <a:rPr lang="en-US" smtClean="0"/>
              <a:t>March 3,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BB697-578A-ED45-A0A0-FEB252785680}" type="datetime4">
              <a:rPr lang="en-US" smtClean="0"/>
              <a:t>March 3,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CFA6E0-3A4B-4F49-B5B4-D73EA8DC47C6}"/>
              </a:ext>
            </a:extLst>
          </p:cNvPr>
          <p:cNvGrpSpPr/>
          <p:nvPr userDrawn="1"/>
        </p:nvGrpSpPr>
        <p:grpSpPr>
          <a:xfrm>
            <a:off x="0" y="0"/>
            <a:ext cx="9144000" cy="1042681"/>
            <a:chOff x="0" y="0"/>
            <a:chExt cx="9144000" cy="10426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0D7021-AC0A-468C-BA9B-0FB54B5CF157}"/>
                </a:ext>
              </a:extLst>
            </p:cNvPr>
            <p:cNvSpPr/>
            <p:nvPr userDrawn="1"/>
          </p:nvSpPr>
          <p:spPr>
            <a:xfrm>
              <a:off x="0" y="0"/>
              <a:ext cx="9144000" cy="1042681"/>
            </a:xfrm>
            <a:prstGeom prst="rect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095F1D-3AA8-4C3D-94A3-0E8298F89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4919" y="66372"/>
              <a:ext cx="606650" cy="909976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E8139E5-4D1A-499F-9530-F67E94387D4F}"/>
              </a:ext>
            </a:extLst>
          </p:cNvPr>
          <p:cNvSpPr txBox="1">
            <a:spLocks/>
          </p:cNvSpPr>
          <p:nvPr userDrawn="1"/>
        </p:nvSpPr>
        <p:spPr>
          <a:xfrm>
            <a:off x="1076632" y="66374"/>
            <a:ext cx="7808605" cy="7300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i="0" u="none" kern="1200" cap="all" spc="-6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E04D-4265-DB44-8105-69941C12B53E}" type="datetime4">
              <a:rPr lang="en-US" smtClean="0"/>
              <a:t>March 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0BAF-B72B-8C47-9F5D-09B79899845D}" type="datetime4">
              <a:rPr lang="en-US" smtClean="0"/>
              <a:t>March 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D48E-EE09-5147-AE86-E952991378CE}" type="datetime4">
              <a:rPr lang="en-US" smtClean="0"/>
              <a:t>March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C4D-02BC-3D49-9A16-C40C6CA8F520}" type="datetime4">
              <a:rPr lang="en-US" smtClean="0"/>
              <a:t>March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alphaModFix amt="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E1CA3E8-B6D8-3B41-B374-4560F909FBCB}" type="datetime4">
              <a:rPr lang="en-US" smtClean="0"/>
              <a:t>March 3,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0" i="0" u="none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50" y="5760294"/>
            <a:ext cx="8700899" cy="117783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vi-VN" sz="2600" b="1">
                <a:solidFill>
                  <a:srgbClr val="002060"/>
                </a:solidFill>
                <a:latin typeface="Arial Unicode MS"/>
              </a:rPr>
              <a:t> T</a:t>
            </a:r>
            <a:r>
              <a:rPr lang="en-US" sz="2600" b="1">
                <a:solidFill>
                  <a:srgbClr val="002060"/>
                </a:solidFill>
                <a:latin typeface="Arial Unicode MS"/>
              </a:rPr>
              <a:t>HÔNG TIN VỆ TINH</a:t>
            </a:r>
            <a:endParaRPr lang="en-US" sz="2600" b="1" dirty="0">
              <a:solidFill>
                <a:srgbClr val="002060"/>
              </a:solidFill>
              <a:latin typeface="Arial Unicode MS"/>
            </a:endParaRPr>
          </a:p>
          <a:p>
            <a:pPr algn="ctr"/>
            <a:r>
              <a:rPr lang="en-US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vi-VN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vi-VN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HỆ THỐNG TT VỆ TINH</a:t>
            </a:r>
            <a:r>
              <a:rPr lang="vi-VN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>
                <a:solidFill>
                  <a:srgbClr val="002060"/>
                </a:solidFill>
                <a:latin typeface="Arial Unicode MS"/>
              </a:rPr>
              <a:t>GVCC.TS</a:t>
            </a:r>
            <a:r>
              <a:rPr lang="en-US" sz="1600" b="1" dirty="0">
                <a:solidFill>
                  <a:srgbClr val="002060"/>
                </a:solidFill>
                <a:latin typeface="Arial Unicode MS"/>
              </a:rPr>
              <a:t>. </a:t>
            </a:r>
            <a:r>
              <a:rPr lang="vi-VN" sz="1600" b="1" dirty="0">
                <a:solidFill>
                  <a:srgbClr val="002060"/>
                </a:solidFill>
                <a:latin typeface="Arial Unicode MS"/>
              </a:rPr>
              <a:t>Lâm hồng thạch</a:t>
            </a:r>
            <a:endParaRPr lang="en-US" sz="1600" b="1" dirty="0">
              <a:solidFill>
                <a:srgbClr val="002060"/>
              </a:solidFill>
              <a:latin typeface="Arial Unicode MS"/>
            </a:endParaRPr>
          </a:p>
          <a:p>
            <a:pPr algn="ctr"/>
            <a:endParaRPr lang="en-US" b="1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1" y="132706"/>
            <a:ext cx="845757" cy="1268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6801" y="508790"/>
            <a:ext cx="76697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</a:rPr>
              <a:t>VIỆN </a:t>
            </a:r>
            <a:r>
              <a:rPr lang="vi-VN" b="1" dirty="0">
                <a:solidFill>
                  <a:srgbClr val="FF0000"/>
                </a:solidFill>
              </a:rPr>
              <a:t>ĐIỆN TỬ VIỄN THÔNG</a:t>
            </a: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</a:rPr>
              <a:t>TR</a:t>
            </a:r>
            <a:r>
              <a:rPr lang="vi-VN" sz="2400" b="1" dirty="0">
                <a:solidFill>
                  <a:srgbClr val="FF0000"/>
                </a:solidFill>
              </a:rPr>
              <a:t>Ư</a:t>
            </a:r>
            <a:r>
              <a:rPr lang="en-US" sz="2400" b="1" dirty="0">
                <a:solidFill>
                  <a:srgbClr val="FF0000"/>
                </a:solidFill>
              </a:rPr>
              <a:t>ỜNG ĐẠI HỌC BÁCH KHOA HÀ NỘI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293541" y="1784195"/>
            <a:ext cx="6757640" cy="3775968"/>
            <a:chOff x="0" y="1747"/>
            <a:chExt cx="14400" cy="7959"/>
          </a:xfrm>
        </p:grpSpPr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" y="1747"/>
              <a:ext cx="11432" cy="7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AutoShape 51"/>
            <p:cNvSpPr>
              <a:spLocks/>
            </p:cNvSpPr>
            <p:nvPr/>
          </p:nvSpPr>
          <p:spPr bwMode="auto">
            <a:xfrm>
              <a:off x="4435" y="6065"/>
              <a:ext cx="3485" cy="3124"/>
            </a:xfrm>
            <a:custGeom>
              <a:avLst/>
              <a:gdLst>
                <a:gd name="T0" fmla="+- 0 7819 4435"/>
                <a:gd name="T1" fmla="*/ T0 w 3485"/>
                <a:gd name="T2" fmla="+- 0 8585 6066"/>
                <a:gd name="T3" fmla="*/ 8585 h 3124"/>
                <a:gd name="T4" fmla="+- 0 4536 4435"/>
                <a:gd name="T5" fmla="*/ T4 w 3485"/>
                <a:gd name="T6" fmla="+- 0 8585 6066"/>
                <a:gd name="T7" fmla="*/ 8585 h 3124"/>
                <a:gd name="T8" fmla="+- 0 4497 4435"/>
                <a:gd name="T9" fmla="*/ T8 w 3485"/>
                <a:gd name="T10" fmla="+- 0 8593 6066"/>
                <a:gd name="T11" fmla="*/ 8593 h 3124"/>
                <a:gd name="T12" fmla="+- 0 4465 4435"/>
                <a:gd name="T13" fmla="*/ T12 w 3485"/>
                <a:gd name="T14" fmla="+- 0 8614 6066"/>
                <a:gd name="T15" fmla="*/ 8614 h 3124"/>
                <a:gd name="T16" fmla="+- 0 4443 4435"/>
                <a:gd name="T17" fmla="*/ T16 w 3485"/>
                <a:gd name="T18" fmla="+- 0 8646 6066"/>
                <a:gd name="T19" fmla="*/ 8646 h 3124"/>
                <a:gd name="T20" fmla="+- 0 4435 4435"/>
                <a:gd name="T21" fmla="*/ T20 w 3485"/>
                <a:gd name="T22" fmla="+- 0 8686 6066"/>
                <a:gd name="T23" fmla="*/ 8686 h 3124"/>
                <a:gd name="T24" fmla="+- 0 4435 4435"/>
                <a:gd name="T25" fmla="*/ T24 w 3485"/>
                <a:gd name="T26" fmla="+- 0 9089 6066"/>
                <a:gd name="T27" fmla="*/ 9089 h 3124"/>
                <a:gd name="T28" fmla="+- 0 4443 4435"/>
                <a:gd name="T29" fmla="*/ T28 w 3485"/>
                <a:gd name="T30" fmla="+- 0 9128 6066"/>
                <a:gd name="T31" fmla="*/ 9128 h 3124"/>
                <a:gd name="T32" fmla="+- 0 4465 4435"/>
                <a:gd name="T33" fmla="*/ T32 w 3485"/>
                <a:gd name="T34" fmla="+- 0 9160 6066"/>
                <a:gd name="T35" fmla="*/ 9160 h 3124"/>
                <a:gd name="T36" fmla="+- 0 4497 4435"/>
                <a:gd name="T37" fmla="*/ T36 w 3485"/>
                <a:gd name="T38" fmla="+- 0 9182 6066"/>
                <a:gd name="T39" fmla="*/ 9182 h 3124"/>
                <a:gd name="T40" fmla="+- 0 4536 4435"/>
                <a:gd name="T41" fmla="*/ T40 w 3485"/>
                <a:gd name="T42" fmla="+- 0 9190 6066"/>
                <a:gd name="T43" fmla="*/ 9190 h 3124"/>
                <a:gd name="T44" fmla="+- 0 7819 4435"/>
                <a:gd name="T45" fmla="*/ T44 w 3485"/>
                <a:gd name="T46" fmla="+- 0 9190 6066"/>
                <a:gd name="T47" fmla="*/ 9190 h 3124"/>
                <a:gd name="T48" fmla="+- 0 7858 4435"/>
                <a:gd name="T49" fmla="*/ T48 w 3485"/>
                <a:gd name="T50" fmla="+- 0 9182 6066"/>
                <a:gd name="T51" fmla="*/ 9182 h 3124"/>
                <a:gd name="T52" fmla="+- 0 7890 4435"/>
                <a:gd name="T53" fmla="*/ T52 w 3485"/>
                <a:gd name="T54" fmla="+- 0 9160 6066"/>
                <a:gd name="T55" fmla="*/ 9160 h 3124"/>
                <a:gd name="T56" fmla="+- 0 7912 4435"/>
                <a:gd name="T57" fmla="*/ T56 w 3485"/>
                <a:gd name="T58" fmla="+- 0 9128 6066"/>
                <a:gd name="T59" fmla="*/ 9128 h 3124"/>
                <a:gd name="T60" fmla="+- 0 7920 4435"/>
                <a:gd name="T61" fmla="*/ T60 w 3485"/>
                <a:gd name="T62" fmla="+- 0 9089 6066"/>
                <a:gd name="T63" fmla="*/ 9089 h 3124"/>
                <a:gd name="T64" fmla="+- 0 7920 4435"/>
                <a:gd name="T65" fmla="*/ T64 w 3485"/>
                <a:gd name="T66" fmla="+- 0 8686 6066"/>
                <a:gd name="T67" fmla="*/ 8686 h 3124"/>
                <a:gd name="T68" fmla="+- 0 7912 4435"/>
                <a:gd name="T69" fmla="*/ T68 w 3485"/>
                <a:gd name="T70" fmla="+- 0 8646 6066"/>
                <a:gd name="T71" fmla="*/ 8646 h 3124"/>
                <a:gd name="T72" fmla="+- 0 7890 4435"/>
                <a:gd name="T73" fmla="*/ T72 w 3485"/>
                <a:gd name="T74" fmla="+- 0 8614 6066"/>
                <a:gd name="T75" fmla="*/ 8614 h 3124"/>
                <a:gd name="T76" fmla="+- 0 7858 4435"/>
                <a:gd name="T77" fmla="*/ T76 w 3485"/>
                <a:gd name="T78" fmla="+- 0 8593 6066"/>
                <a:gd name="T79" fmla="*/ 8593 h 3124"/>
                <a:gd name="T80" fmla="+- 0 7819 4435"/>
                <a:gd name="T81" fmla="*/ T80 w 3485"/>
                <a:gd name="T82" fmla="+- 0 8585 6066"/>
                <a:gd name="T83" fmla="*/ 8585 h 3124"/>
                <a:gd name="T84" fmla="+- 0 6287 4435"/>
                <a:gd name="T85" fmla="*/ T84 w 3485"/>
                <a:gd name="T86" fmla="+- 0 6066 6066"/>
                <a:gd name="T87" fmla="*/ 6066 h 3124"/>
                <a:gd name="T88" fmla="+- 0 6468 4435"/>
                <a:gd name="T89" fmla="*/ T88 w 3485"/>
                <a:gd name="T90" fmla="+- 0 8585 6066"/>
                <a:gd name="T91" fmla="*/ 8585 h 3124"/>
                <a:gd name="T92" fmla="+- 0 7339 4435"/>
                <a:gd name="T93" fmla="*/ T92 w 3485"/>
                <a:gd name="T94" fmla="+- 0 8585 6066"/>
                <a:gd name="T95" fmla="*/ 8585 h 3124"/>
                <a:gd name="T96" fmla="+- 0 6287 4435"/>
                <a:gd name="T97" fmla="*/ T96 w 3485"/>
                <a:gd name="T98" fmla="+- 0 6066 6066"/>
                <a:gd name="T99" fmla="*/ 6066 h 312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</a:cxnLst>
              <a:rect l="0" t="0" r="r" b="b"/>
              <a:pathLst>
                <a:path w="3485" h="3124">
                  <a:moveTo>
                    <a:pt x="3384" y="2519"/>
                  </a:moveTo>
                  <a:lnTo>
                    <a:pt x="101" y="2519"/>
                  </a:lnTo>
                  <a:lnTo>
                    <a:pt x="62" y="2527"/>
                  </a:lnTo>
                  <a:lnTo>
                    <a:pt x="30" y="2548"/>
                  </a:lnTo>
                  <a:lnTo>
                    <a:pt x="8" y="2580"/>
                  </a:lnTo>
                  <a:lnTo>
                    <a:pt x="0" y="2620"/>
                  </a:lnTo>
                  <a:lnTo>
                    <a:pt x="0" y="3023"/>
                  </a:lnTo>
                  <a:lnTo>
                    <a:pt x="8" y="3062"/>
                  </a:lnTo>
                  <a:lnTo>
                    <a:pt x="30" y="3094"/>
                  </a:lnTo>
                  <a:lnTo>
                    <a:pt x="62" y="3116"/>
                  </a:lnTo>
                  <a:lnTo>
                    <a:pt x="101" y="3124"/>
                  </a:lnTo>
                  <a:lnTo>
                    <a:pt x="3384" y="3124"/>
                  </a:lnTo>
                  <a:lnTo>
                    <a:pt x="3423" y="3116"/>
                  </a:lnTo>
                  <a:lnTo>
                    <a:pt x="3455" y="3094"/>
                  </a:lnTo>
                  <a:lnTo>
                    <a:pt x="3477" y="3062"/>
                  </a:lnTo>
                  <a:lnTo>
                    <a:pt x="3485" y="3023"/>
                  </a:lnTo>
                  <a:lnTo>
                    <a:pt x="3485" y="2620"/>
                  </a:lnTo>
                  <a:lnTo>
                    <a:pt x="3477" y="2580"/>
                  </a:lnTo>
                  <a:lnTo>
                    <a:pt x="3455" y="2548"/>
                  </a:lnTo>
                  <a:lnTo>
                    <a:pt x="3423" y="2527"/>
                  </a:lnTo>
                  <a:lnTo>
                    <a:pt x="3384" y="2519"/>
                  </a:lnTo>
                  <a:close/>
                  <a:moveTo>
                    <a:pt x="1852" y="0"/>
                  </a:moveTo>
                  <a:lnTo>
                    <a:pt x="2033" y="2519"/>
                  </a:lnTo>
                  <a:lnTo>
                    <a:pt x="2904" y="2519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435" y="6065"/>
              <a:ext cx="3485" cy="3124"/>
            </a:xfrm>
            <a:custGeom>
              <a:avLst/>
              <a:gdLst>
                <a:gd name="T0" fmla="+- 0 4435 4435"/>
                <a:gd name="T1" fmla="*/ T0 w 3485"/>
                <a:gd name="T2" fmla="+- 0 8686 6066"/>
                <a:gd name="T3" fmla="*/ 8686 h 3124"/>
                <a:gd name="T4" fmla="+- 0 4443 4435"/>
                <a:gd name="T5" fmla="*/ T4 w 3485"/>
                <a:gd name="T6" fmla="+- 0 8646 6066"/>
                <a:gd name="T7" fmla="*/ 8646 h 3124"/>
                <a:gd name="T8" fmla="+- 0 4465 4435"/>
                <a:gd name="T9" fmla="*/ T8 w 3485"/>
                <a:gd name="T10" fmla="+- 0 8614 6066"/>
                <a:gd name="T11" fmla="*/ 8614 h 3124"/>
                <a:gd name="T12" fmla="+- 0 4497 4435"/>
                <a:gd name="T13" fmla="*/ T12 w 3485"/>
                <a:gd name="T14" fmla="+- 0 8593 6066"/>
                <a:gd name="T15" fmla="*/ 8593 h 3124"/>
                <a:gd name="T16" fmla="+- 0 4536 4435"/>
                <a:gd name="T17" fmla="*/ T16 w 3485"/>
                <a:gd name="T18" fmla="+- 0 8585 6066"/>
                <a:gd name="T19" fmla="*/ 8585 h 3124"/>
                <a:gd name="T20" fmla="+- 0 6468 4435"/>
                <a:gd name="T21" fmla="*/ T20 w 3485"/>
                <a:gd name="T22" fmla="+- 0 8585 6066"/>
                <a:gd name="T23" fmla="*/ 8585 h 3124"/>
                <a:gd name="T24" fmla="+- 0 6287 4435"/>
                <a:gd name="T25" fmla="*/ T24 w 3485"/>
                <a:gd name="T26" fmla="+- 0 6066 6066"/>
                <a:gd name="T27" fmla="*/ 6066 h 3124"/>
                <a:gd name="T28" fmla="+- 0 7339 4435"/>
                <a:gd name="T29" fmla="*/ T28 w 3485"/>
                <a:gd name="T30" fmla="+- 0 8585 6066"/>
                <a:gd name="T31" fmla="*/ 8585 h 3124"/>
                <a:gd name="T32" fmla="+- 0 7819 4435"/>
                <a:gd name="T33" fmla="*/ T32 w 3485"/>
                <a:gd name="T34" fmla="+- 0 8585 6066"/>
                <a:gd name="T35" fmla="*/ 8585 h 3124"/>
                <a:gd name="T36" fmla="+- 0 7858 4435"/>
                <a:gd name="T37" fmla="*/ T36 w 3485"/>
                <a:gd name="T38" fmla="+- 0 8593 6066"/>
                <a:gd name="T39" fmla="*/ 8593 h 3124"/>
                <a:gd name="T40" fmla="+- 0 7890 4435"/>
                <a:gd name="T41" fmla="*/ T40 w 3485"/>
                <a:gd name="T42" fmla="+- 0 8614 6066"/>
                <a:gd name="T43" fmla="*/ 8614 h 3124"/>
                <a:gd name="T44" fmla="+- 0 7912 4435"/>
                <a:gd name="T45" fmla="*/ T44 w 3485"/>
                <a:gd name="T46" fmla="+- 0 8646 6066"/>
                <a:gd name="T47" fmla="*/ 8646 h 3124"/>
                <a:gd name="T48" fmla="+- 0 7920 4435"/>
                <a:gd name="T49" fmla="*/ T48 w 3485"/>
                <a:gd name="T50" fmla="+- 0 8686 6066"/>
                <a:gd name="T51" fmla="*/ 8686 h 3124"/>
                <a:gd name="T52" fmla="+- 0 7920 4435"/>
                <a:gd name="T53" fmla="*/ T52 w 3485"/>
                <a:gd name="T54" fmla="+- 0 8837 6066"/>
                <a:gd name="T55" fmla="*/ 8837 h 3124"/>
                <a:gd name="T56" fmla="+- 0 7920 4435"/>
                <a:gd name="T57" fmla="*/ T56 w 3485"/>
                <a:gd name="T58" fmla="+- 0 9089 6066"/>
                <a:gd name="T59" fmla="*/ 9089 h 3124"/>
                <a:gd name="T60" fmla="+- 0 7912 4435"/>
                <a:gd name="T61" fmla="*/ T60 w 3485"/>
                <a:gd name="T62" fmla="+- 0 9128 6066"/>
                <a:gd name="T63" fmla="*/ 9128 h 3124"/>
                <a:gd name="T64" fmla="+- 0 7890 4435"/>
                <a:gd name="T65" fmla="*/ T64 w 3485"/>
                <a:gd name="T66" fmla="+- 0 9160 6066"/>
                <a:gd name="T67" fmla="*/ 9160 h 3124"/>
                <a:gd name="T68" fmla="+- 0 7858 4435"/>
                <a:gd name="T69" fmla="*/ T68 w 3485"/>
                <a:gd name="T70" fmla="+- 0 9182 6066"/>
                <a:gd name="T71" fmla="*/ 9182 h 3124"/>
                <a:gd name="T72" fmla="+- 0 7819 4435"/>
                <a:gd name="T73" fmla="*/ T72 w 3485"/>
                <a:gd name="T74" fmla="+- 0 9190 6066"/>
                <a:gd name="T75" fmla="*/ 9190 h 3124"/>
                <a:gd name="T76" fmla="+- 0 7339 4435"/>
                <a:gd name="T77" fmla="*/ T76 w 3485"/>
                <a:gd name="T78" fmla="+- 0 9190 6066"/>
                <a:gd name="T79" fmla="*/ 9190 h 3124"/>
                <a:gd name="T80" fmla="+- 0 6468 4435"/>
                <a:gd name="T81" fmla="*/ T80 w 3485"/>
                <a:gd name="T82" fmla="+- 0 9190 6066"/>
                <a:gd name="T83" fmla="*/ 9190 h 3124"/>
                <a:gd name="T84" fmla="+- 0 4536 4435"/>
                <a:gd name="T85" fmla="*/ T84 w 3485"/>
                <a:gd name="T86" fmla="+- 0 9190 6066"/>
                <a:gd name="T87" fmla="*/ 9190 h 3124"/>
                <a:gd name="T88" fmla="+- 0 4497 4435"/>
                <a:gd name="T89" fmla="*/ T88 w 3485"/>
                <a:gd name="T90" fmla="+- 0 9182 6066"/>
                <a:gd name="T91" fmla="*/ 9182 h 3124"/>
                <a:gd name="T92" fmla="+- 0 4465 4435"/>
                <a:gd name="T93" fmla="*/ T92 w 3485"/>
                <a:gd name="T94" fmla="+- 0 9160 6066"/>
                <a:gd name="T95" fmla="*/ 9160 h 3124"/>
                <a:gd name="T96" fmla="+- 0 4443 4435"/>
                <a:gd name="T97" fmla="*/ T96 w 3485"/>
                <a:gd name="T98" fmla="+- 0 9128 6066"/>
                <a:gd name="T99" fmla="*/ 9128 h 3124"/>
                <a:gd name="T100" fmla="+- 0 4435 4435"/>
                <a:gd name="T101" fmla="*/ T100 w 3485"/>
                <a:gd name="T102" fmla="+- 0 9089 6066"/>
                <a:gd name="T103" fmla="*/ 9089 h 3124"/>
                <a:gd name="T104" fmla="+- 0 4435 4435"/>
                <a:gd name="T105" fmla="*/ T104 w 3485"/>
                <a:gd name="T106" fmla="+- 0 8837 6066"/>
                <a:gd name="T107" fmla="*/ 8837 h 3124"/>
                <a:gd name="T108" fmla="+- 0 4435 4435"/>
                <a:gd name="T109" fmla="*/ T108 w 3485"/>
                <a:gd name="T110" fmla="+- 0 8686 6066"/>
                <a:gd name="T111" fmla="*/ 8686 h 312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</a:cxnLst>
              <a:rect l="0" t="0" r="r" b="b"/>
              <a:pathLst>
                <a:path w="3485" h="3124">
                  <a:moveTo>
                    <a:pt x="0" y="2620"/>
                  </a:moveTo>
                  <a:lnTo>
                    <a:pt x="8" y="2580"/>
                  </a:lnTo>
                  <a:lnTo>
                    <a:pt x="30" y="2548"/>
                  </a:lnTo>
                  <a:lnTo>
                    <a:pt x="62" y="2527"/>
                  </a:lnTo>
                  <a:lnTo>
                    <a:pt x="101" y="2519"/>
                  </a:lnTo>
                  <a:lnTo>
                    <a:pt x="2033" y="2519"/>
                  </a:lnTo>
                  <a:lnTo>
                    <a:pt x="1852" y="0"/>
                  </a:lnTo>
                  <a:lnTo>
                    <a:pt x="2904" y="2519"/>
                  </a:lnTo>
                  <a:lnTo>
                    <a:pt x="3384" y="2519"/>
                  </a:lnTo>
                  <a:lnTo>
                    <a:pt x="3423" y="2527"/>
                  </a:lnTo>
                  <a:lnTo>
                    <a:pt x="3455" y="2548"/>
                  </a:lnTo>
                  <a:lnTo>
                    <a:pt x="3477" y="2580"/>
                  </a:lnTo>
                  <a:lnTo>
                    <a:pt x="3485" y="2620"/>
                  </a:lnTo>
                  <a:lnTo>
                    <a:pt x="3485" y="2771"/>
                  </a:lnTo>
                  <a:lnTo>
                    <a:pt x="3485" y="3023"/>
                  </a:lnTo>
                  <a:lnTo>
                    <a:pt x="3477" y="3062"/>
                  </a:lnTo>
                  <a:lnTo>
                    <a:pt x="3455" y="3094"/>
                  </a:lnTo>
                  <a:lnTo>
                    <a:pt x="3423" y="3116"/>
                  </a:lnTo>
                  <a:lnTo>
                    <a:pt x="3384" y="3124"/>
                  </a:lnTo>
                  <a:lnTo>
                    <a:pt x="2904" y="3124"/>
                  </a:lnTo>
                  <a:lnTo>
                    <a:pt x="2033" y="3124"/>
                  </a:lnTo>
                  <a:lnTo>
                    <a:pt x="101" y="3124"/>
                  </a:lnTo>
                  <a:lnTo>
                    <a:pt x="62" y="3116"/>
                  </a:lnTo>
                  <a:lnTo>
                    <a:pt x="30" y="3094"/>
                  </a:lnTo>
                  <a:lnTo>
                    <a:pt x="8" y="3062"/>
                  </a:lnTo>
                  <a:lnTo>
                    <a:pt x="0" y="3023"/>
                  </a:lnTo>
                  <a:lnTo>
                    <a:pt x="0" y="2771"/>
                  </a:lnTo>
                  <a:lnTo>
                    <a:pt x="0" y="2620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AutoShape 49"/>
            <p:cNvSpPr>
              <a:spLocks/>
            </p:cNvSpPr>
            <p:nvPr/>
          </p:nvSpPr>
          <p:spPr bwMode="auto">
            <a:xfrm>
              <a:off x="9439" y="7439"/>
              <a:ext cx="3524" cy="1604"/>
            </a:xfrm>
            <a:custGeom>
              <a:avLst/>
              <a:gdLst>
                <a:gd name="T0" fmla="+- 0 12815 9439"/>
                <a:gd name="T1" fmla="*/ T0 w 3524"/>
                <a:gd name="T2" fmla="+- 0 8160 7439"/>
                <a:gd name="T3" fmla="*/ 8160 h 1604"/>
                <a:gd name="T4" fmla="+- 0 10347 9439"/>
                <a:gd name="T5" fmla="*/ T4 w 3524"/>
                <a:gd name="T6" fmla="+- 0 8160 7439"/>
                <a:gd name="T7" fmla="*/ 8160 h 1604"/>
                <a:gd name="T8" fmla="+- 0 10290 9439"/>
                <a:gd name="T9" fmla="*/ T8 w 3524"/>
                <a:gd name="T10" fmla="+- 0 8172 7439"/>
                <a:gd name="T11" fmla="*/ 8172 h 1604"/>
                <a:gd name="T12" fmla="+- 0 10243 9439"/>
                <a:gd name="T13" fmla="*/ T12 w 3524"/>
                <a:gd name="T14" fmla="+- 0 8203 7439"/>
                <a:gd name="T15" fmla="*/ 8203 h 1604"/>
                <a:gd name="T16" fmla="+- 0 10212 9439"/>
                <a:gd name="T17" fmla="*/ T16 w 3524"/>
                <a:gd name="T18" fmla="+- 0 8250 7439"/>
                <a:gd name="T19" fmla="*/ 8250 h 1604"/>
                <a:gd name="T20" fmla="+- 0 10200 9439"/>
                <a:gd name="T21" fmla="*/ T20 w 3524"/>
                <a:gd name="T22" fmla="+- 0 8307 7439"/>
                <a:gd name="T23" fmla="*/ 8307 h 1604"/>
                <a:gd name="T24" fmla="+- 0 10200 9439"/>
                <a:gd name="T25" fmla="*/ T24 w 3524"/>
                <a:gd name="T26" fmla="+- 0 8896 7439"/>
                <a:gd name="T27" fmla="*/ 8896 h 1604"/>
                <a:gd name="T28" fmla="+- 0 10212 9439"/>
                <a:gd name="T29" fmla="*/ T28 w 3524"/>
                <a:gd name="T30" fmla="+- 0 8953 7439"/>
                <a:gd name="T31" fmla="*/ 8953 h 1604"/>
                <a:gd name="T32" fmla="+- 0 10243 9439"/>
                <a:gd name="T33" fmla="*/ T32 w 3524"/>
                <a:gd name="T34" fmla="+- 0 9000 7439"/>
                <a:gd name="T35" fmla="*/ 9000 h 1604"/>
                <a:gd name="T36" fmla="+- 0 10290 9439"/>
                <a:gd name="T37" fmla="*/ T36 w 3524"/>
                <a:gd name="T38" fmla="+- 0 9032 7439"/>
                <a:gd name="T39" fmla="*/ 9032 h 1604"/>
                <a:gd name="T40" fmla="+- 0 10347 9439"/>
                <a:gd name="T41" fmla="*/ T40 w 3524"/>
                <a:gd name="T42" fmla="+- 0 9043 7439"/>
                <a:gd name="T43" fmla="*/ 9043 h 1604"/>
                <a:gd name="T44" fmla="+- 0 12815 9439"/>
                <a:gd name="T45" fmla="*/ T44 w 3524"/>
                <a:gd name="T46" fmla="+- 0 9043 7439"/>
                <a:gd name="T47" fmla="*/ 9043 h 1604"/>
                <a:gd name="T48" fmla="+- 0 12872 9439"/>
                <a:gd name="T49" fmla="*/ T48 w 3524"/>
                <a:gd name="T50" fmla="+- 0 9032 7439"/>
                <a:gd name="T51" fmla="*/ 9032 h 1604"/>
                <a:gd name="T52" fmla="+- 0 12919 9439"/>
                <a:gd name="T53" fmla="*/ T52 w 3524"/>
                <a:gd name="T54" fmla="+- 0 9000 7439"/>
                <a:gd name="T55" fmla="*/ 9000 h 1604"/>
                <a:gd name="T56" fmla="+- 0 12951 9439"/>
                <a:gd name="T57" fmla="*/ T56 w 3524"/>
                <a:gd name="T58" fmla="+- 0 8953 7439"/>
                <a:gd name="T59" fmla="*/ 8953 h 1604"/>
                <a:gd name="T60" fmla="+- 0 12962 9439"/>
                <a:gd name="T61" fmla="*/ T60 w 3524"/>
                <a:gd name="T62" fmla="+- 0 8896 7439"/>
                <a:gd name="T63" fmla="*/ 8896 h 1604"/>
                <a:gd name="T64" fmla="+- 0 12962 9439"/>
                <a:gd name="T65" fmla="*/ T64 w 3524"/>
                <a:gd name="T66" fmla="+- 0 8307 7439"/>
                <a:gd name="T67" fmla="*/ 8307 h 1604"/>
                <a:gd name="T68" fmla="+- 0 12951 9439"/>
                <a:gd name="T69" fmla="*/ T68 w 3524"/>
                <a:gd name="T70" fmla="+- 0 8250 7439"/>
                <a:gd name="T71" fmla="*/ 8250 h 1604"/>
                <a:gd name="T72" fmla="+- 0 12919 9439"/>
                <a:gd name="T73" fmla="*/ T72 w 3524"/>
                <a:gd name="T74" fmla="+- 0 8203 7439"/>
                <a:gd name="T75" fmla="*/ 8203 h 1604"/>
                <a:gd name="T76" fmla="+- 0 12872 9439"/>
                <a:gd name="T77" fmla="*/ T76 w 3524"/>
                <a:gd name="T78" fmla="+- 0 8172 7439"/>
                <a:gd name="T79" fmla="*/ 8172 h 1604"/>
                <a:gd name="T80" fmla="+- 0 12815 9439"/>
                <a:gd name="T81" fmla="*/ T80 w 3524"/>
                <a:gd name="T82" fmla="+- 0 8160 7439"/>
                <a:gd name="T83" fmla="*/ 8160 h 1604"/>
                <a:gd name="T84" fmla="+- 0 9439 9439"/>
                <a:gd name="T85" fmla="*/ T84 w 3524"/>
                <a:gd name="T86" fmla="+- 0 7439 7439"/>
                <a:gd name="T87" fmla="*/ 7439 h 1604"/>
                <a:gd name="T88" fmla="+- 0 10660 9439"/>
                <a:gd name="T89" fmla="*/ T88 w 3524"/>
                <a:gd name="T90" fmla="+- 0 8160 7439"/>
                <a:gd name="T91" fmla="*/ 8160 h 1604"/>
                <a:gd name="T92" fmla="+- 0 11351 9439"/>
                <a:gd name="T93" fmla="*/ T92 w 3524"/>
                <a:gd name="T94" fmla="+- 0 8160 7439"/>
                <a:gd name="T95" fmla="*/ 8160 h 1604"/>
                <a:gd name="T96" fmla="+- 0 9439 9439"/>
                <a:gd name="T97" fmla="*/ T96 w 3524"/>
                <a:gd name="T98" fmla="+- 0 7439 7439"/>
                <a:gd name="T99" fmla="*/ 7439 h 160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</a:cxnLst>
              <a:rect l="0" t="0" r="r" b="b"/>
              <a:pathLst>
                <a:path w="3524" h="1604">
                  <a:moveTo>
                    <a:pt x="3376" y="721"/>
                  </a:moveTo>
                  <a:lnTo>
                    <a:pt x="908" y="721"/>
                  </a:lnTo>
                  <a:lnTo>
                    <a:pt x="851" y="733"/>
                  </a:lnTo>
                  <a:lnTo>
                    <a:pt x="804" y="764"/>
                  </a:lnTo>
                  <a:lnTo>
                    <a:pt x="773" y="811"/>
                  </a:lnTo>
                  <a:lnTo>
                    <a:pt x="761" y="868"/>
                  </a:lnTo>
                  <a:lnTo>
                    <a:pt x="761" y="1457"/>
                  </a:lnTo>
                  <a:lnTo>
                    <a:pt x="773" y="1514"/>
                  </a:lnTo>
                  <a:lnTo>
                    <a:pt x="804" y="1561"/>
                  </a:lnTo>
                  <a:lnTo>
                    <a:pt x="851" y="1593"/>
                  </a:lnTo>
                  <a:lnTo>
                    <a:pt x="908" y="1604"/>
                  </a:lnTo>
                  <a:lnTo>
                    <a:pt x="3376" y="1604"/>
                  </a:lnTo>
                  <a:lnTo>
                    <a:pt x="3433" y="1593"/>
                  </a:lnTo>
                  <a:lnTo>
                    <a:pt x="3480" y="1561"/>
                  </a:lnTo>
                  <a:lnTo>
                    <a:pt x="3512" y="1514"/>
                  </a:lnTo>
                  <a:lnTo>
                    <a:pt x="3523" y="1457"/>
                  </a:lnTo>
                  <a:lnTo>
                    <a:pt x="3523" y="868"/>
                  </a:lnTo>
                  <a:lnTo>
                    <a:pt x="3512" y="811"/>
                  </a:lnTo>
                  <a:lnTo>
                    <a:pt x="3480" y="764"/>
                  </a:lnTo>
                  <a:lnTo>
                    <a:pt x="3433" y="733"/>
                  </a:lnTo>
                  <a:lnTo>
                    <a:pt x="3376" y="721"/>
                  </a:lnTo>
                  <a:close/>
                  <a:moveTo>
                    <a:pt x="0" y="0"/>
                  </a:moveTo>
                  <a:lnTo>
                    <a:pt x="1221" y="721"/>
                  </a:lnTo>
                  <a:lnTo>
                    <a:pt x="1912" y="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9439" y="7439"/>
              <a:ext cx="3524" cy="1604"/>
            </a:xfrm>
            <a:custGeom>
              <a:avLst/>
              <a:gdLst>
                <a:gd name="T0" fmla="+- 0 12962 9439"/>
                <a:gd name="T1" fmla="*/ T0 w 3524"/>
                <a:gd name="T2" fmla="+- 0 8896 7439"/>
                <a:gd name="T3" fmla="*/ 8896 h 1604"/>
                <a:gd name="T4" fmla="+- 0 12951 9439"/>
                <a:gd name="T5" fmla="*/ T4 w 3524"/>
                <a:gd name="T6" fmla="+- 0 8953 7439"/>
                <a:gd name="T7" fmla="*/ 8953 h 1604"/>
                <a:gd name="T8" fmla="+- 0 12919 9439"/>
                <a:gd name="T9" fmla="*/ T8 w 3524"/>
                <a:gd name="T10" fmla="+- 0 9000 7439"/>
                <a:gd name="T11" fmla="*/ 9000 h 1604"/>
                <a:gd name="T12" fmla="+- 0 12872 9439"/>
                <a:gd name="T13" fmla="*/ T12 w 3524"/>
                <a:gd name="T14" fmla="+- 0 9032 7439"/>
                <a:gd name="T15" fmla="*/ 9032 h 1604"/>
                <a:gd name="T16" fmla="+- 0 12815 9439"/>
                <a:gd name="T17" fmla="*/ T16 w 3524"/>
                <a:gd name="T18" fmla="+- 0 9043 7439"/>
                <a:gd name="T19" fmla="*/ 9043 h 1604"/>
                <a:gd name="T20" fmla="+- 0 11351 9439"/>
                <a:gd name="T21" fmla="*/ T20 w 3524"/>
                <a:gd name="T22" fmla="+- 0 9043 7439"/>
                <a:gd name="T23" fmla="*/ 9043 h 1604"/>
                <a:gd name="T24" fmla="+- 0 10660 9439"/>
                <a:gd name="T25" fmla="*/ T24 w 3524"/>
                <a:gd name="T26" fmla="+- 0 9043 7439"/>
                <a:gd name="T27" fmla="*/ 9043 h 1604"/>
                <a:gd name="T28" fmla="+- 0 10347 9439"/>
                <a:gd name="T29" fmla="*/ T28 w 3524"/>
                <a:gd name="T30" fmla="+- 0 9043 7439"/>
                <a:gd name="T31" fmla="*/ 9043 h 1604"/>
                <a:gd name="T32" fmla="+- 0 10290 9439"/>
                <a:gd name="T33" fmla="*/ T32 w 3524"/>
                <a:gd name="T34" fmla="+- 0 9032 7439"/>
                <a:gd name="T35" fmla="*/ 9032 h 1604"/>
                <a:gd name="T36" fmla="+- 0 10243 9439"/>
                <a:gd name="T37" fmla="*/ T36 w 3524"/>
                <a:gd name="T38" fmla="+- 0 9000 7439"/>
                <a:gd name="T39" fmla="*/ 9000 h 1604"/>
                <a:gd name="T40" fmla="+- 0 10212 9439"/>
                <a:gd name="T41" fmla="*/ T40 w 3524"/>
                <a:gd name="T42" fmla="+- 0 8953 7439"/>
                <a:gd name="T43" fmla="*/ 8953 h 1604"/>
                <a:gd name="T44" fmla="+- 0 10200 9439"/>
                <a:gd name="T45" fmla="*/ T44 w 3524"/>
                <a:gd name="T46" fmla="+- 0 8896 7439"/>
                <a:gd name="T47" fmla="*/ 8896 h 1604"/>
                <a:gd name="T48" fmla="+- 0 10200 9439"/>
                <a:gd name="T49" fmla="*/ T48 w 3524"/>
                <a:gd name="T50" fmla="+- 0 8528 7439"/>
                <a:gd name="T51" fmla="*/ 8528 h 1604"/>
                <a:gd name="T52" fmla="+- 0 10200 9439"/>
                <a:gd name="T53" fmla="*/ T52 w 3524"/>
                <a:gd name="T54" fmla="+- 0 8307 7439"/>
                <a:gd name="T55" fmla="*/ 8307 h 1604"/>
                <a:gd name="T56" fmla="+- 0 10212 9439"/>
                <a:gd name="T57" fmla="*/ T56 w 3524"/>
                <a:gd name="T58" fmla="+- 0 8250 7439"/>
                <a:gd name="T59" fmla="*/ 8250 h 1604"/>
                <a:gd name="T60" fmla="+- 0 10243 9439"/>
                <a:gd name="T61" fmla="*/ T60 w 3524"/>
                <a:gd name="T62" fmla="+- 0 8203 7439"/>
                <a:gd name="T63" fmla="*/ 8203 h 1604"/>
                <a:gd name="T64" fmla="+- 0 10290 9439"/>
                <a:gd name="T65" fmla="*/ T64 w 3524"/>
                <a:gd name="T66" fmla="+- 0 8172 7439"/>
                <a:gd name="T67" fmla="*/ 8172 h 1604"/>
                <a:gd name="T68" fmla="+- 0 10347 9439"/>
                <a:gd name="T69" fmla="*/ T68 w 3524"/>
                <a:gd name="T70" fmla="+- 0 8160 7439"/>
                <a:gd name="T71" fmla="*/ 8160 h 1604"/>
                <a:gd name="T72" fmla="+- 0 10660 9439"/>
                <a:gd name="T73" fmla="*/ T72 w 3524"/>
                <a:gd name="T74" fmla="+- 0 8160 7439"/>
                <a:gd name="T75" fmla="*/ 8160 h 1604"/>
                <a:gd name="T76" fmla="+- 0 9439 9439"/>
                <a:gd name="T77" fmla="*/ T76 w 3524"/>
                <a:gd name="T78" fmla="+- 0 7439 7439"/>
                <a:gd name="T79" fmla="*/ 7439 h 1604"/>
                <a:gd name="T80" fmla="+- 0 11351 9439"/>
                <a:gd name="T81" fmla="*/ T80 w 3524"/>
                <a:gd name="T82" fmla="+- 0 8160 7439"/>
                <a:gd name="T83" fmla="*/ 8160 h 1604"/>
                <a:gd name="T84" fmla="+- 0 12815 9439"/>
                <a:gd name="T85" fmla="*/ T84 w 3524"/>
                <a:gd name="T86" fmla="+- 0 8160 7439"/>
                <a:gd name="T87" fmla="*/ 8160 h 1604"/>
                <a:gd name="T88" fmla="+- 0 12872 9439"/>
                <a:gd name="T89" fmla="*/ T88 w 3524"/>
                <a:gd name="T90" fmla="+- 0 8172 7439"/>
                <a:gd name="T91" fmla="*/ 8172 h 1604"/>
                <a:gd name="T92" fmla="+- 0 12919 9439"/>
                <a:gd name="T93" fmla="*/ T92 w 3524"/>
                <a:gd name="T94" fmla="+- 0 8203 7439"/>
                <a:gd name="T95" fmla="*/ 8203 h 1604"/>
                <a:gd name="T96" fmla="+- 0 12951 9439"/>
                <a:gd name="T97" fmla="*/ T96 w 3524"/>
                <a:gd name="T98" fmla="+- 0 8250 7439"/>
                <a:gd name="T99" fmla="*/ 8250 h 1604"/>
                <a:gd name="T100" fmla="+- 0 12962 9439"/>
                <a:gd name="T101" fmla="*/ T100 w 3524"/>
                <a:gd name="T102" fmla="+- 0 8307 7439"/>
                <a:gd name="T103" fmla="*/ 8307 h 1604"/>
                <a:gd name="T104" fmla="+- 0 12962 9439"/>
                <a:gd name="T105" fmla="*/ T104 w 3524"/>
                <a:gd name="T106" fmla="+- 0 8528 7439"/>
                <a:gd name="T107" fmla="*/ 8528 h 1604"/>
                <a:gd name="T108" fmla="+- 0 12962 9439"/>
                <a:gd name="T109" fmla="*/ T108 w 3524"/>
                <a:gd name="T110" fmla="+- 0 8896 7439"/>
                <a:gd name="T111" fmla="*/ 8896 h 160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</a:cxnLst>
              <a:rect l="0" t="0" r="r" b="b"/>
              <a:pathLst>
                <a:path w="3524" h="1604">
                  <a:moveTo>
                    <a:pt x="3523" y="1457"/>
                  </a:moveTo>
                  <a:lnTo>
                    <a:pt x="3512" y="1514"/>
                  </a:lnTo>
                  <a:lnTo>
                    <a:pt x="3480" y="1561"/>
                  </a:lnTo>
                  <a:lnTo>
                    <a:pt x="3433" y="1593"/>
                  </a:lnTo>
                  <a:lnTo>
                    <a:pt x="3376" y="1604"/>
                  </a:lnTo>
                  <a:lnTo>
                    <a:pt x="1912" y="1604"/>
                  </a:lnTo>
                  <a:lnTo>
                    <a:pt x="1221" y="1604"/>
                  </a:lnTo>
                  <a:lnTo>
                    <a:pt x="908" y="1604"/>
                  </a:lnTo>
                  <a:lnTo>
                    <a:pt x="851" y="1593"/>
                  </a:lnTo>
                  <a:lnTo>
                    <a:pt x="804" y="1561"/>
                  </a:lnTo>
                  <a:lnTo>
                    <a:pt x="773" y="1514"/>
                  </a:lnTo>
                  <a:lnTo>
                    <a:pt x="761" y="1457"/>
                  </a:lnTo>
                  <a:lnTo>
                    <a:pt x="761" y="1089"/>
                  </a:lnTo>
                  <a:lnTo>
                    <a:pt x="761" y="868"/>
                  </a:lnTo>
                  <a:lnTo>
                    <a:pt x="773" y="811"/>
                  </a:lnTo>
                  <a:lnTo>
                    <a:pt x="804" y="764"/>
                  </a:lnTo>
                  <a:lnTo>
                    <a:pt x="851" y="733"/>
                  </a:lnTo>
                  <a:lnTo>
                    <a:pt x="908" y="721"/>
                  </a:lnTo>
                  <a:lnTo>
                    <a:pt x="1221" y="721"/>
                  </a:lnTo>
                  <a:lnTo>
                    <a:pt x="0" y="0"/>
                  </a:lnTo>
                  <a:lnTo>
                    <a:pt x="1912" y="721"/>
                  </a:lnTo>
                  <a:lnTo>
                    <a:pt x="3376" y="721"/>
                  </a:lnTo>
                  <a:lnTo>
                    <a:pt x="3433" y="733"/>
                  </a:lnTo>
                  <a:lnTo>
                    <a:pt x="3480" y="764"/>
                  </a:lnTo>
                  <a:lnTo>
                    <a:pt x="3512" y="811"/>
                  </a:lnTo>
                  <a:lnTo>
                    <a:pt x="3523" y="868"/>
                  </a:lnTo>
                  <a:lnTo>
                    <a:pt x="3523" y="1089"/>
                  </a:lnTo>
                  <a:lnTo>
                    <a:pt x="3523" y="1457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5" name="AutoShape 47"/>
            <p:cNvSpPr>
              <a:spLocks/>
            </p:cNvSpPr>
            <p:nvPr/>
          </p:nvSpPr>
          <p:spPr bwMode="auto">
            <a:xfrm>
              <a:off x="1560" y="3000"/>
              <a:ext cx="3177" cy="2002"/>
            </a:xfrm>
            <a:custGeom>
              <a:avLst/>
              <a:gdLst>
                <a:gd name="T0" fmla="+- 0 3456 1560"/>
                <a:gd name="T1" fmla="*/ T0 w 3177"/>
                <a:gd name="T2" fmla="+- 0 3883 3000"/>
                <a:gd name="T3" fmla="*/ 3883 h 2002"/>
                <a:gd name="T4" fmla="+- 0 2887 1560"/>
                <a:gd name="T5" fmla="*/ T4 w 3177"/>
                <a:gd name="T6" fmla="+- 0 3883 3000"/>
                <a:gd name="T7" fmla="*/ 3883 h 2002"/>
                <a:gd name="T8" fmla="+- 0 4737 1560"/>
                <a:gd name="T9" fmla="*/ T8 w 3177"/>
                <a:gd name="T10" fmla="+- 0 5002 3000"/>
                <a:gd name="T11" fmla="*/ 5002 h 2002"/>
                <a:gd name="T12" fmla="+- 0 3456 1560"/>
                <a:gd name="T13" fmla="*/ T12 w 3177"/>
                <a:gd name="T14" fmla="+- 0 3883 3000"/>
                <a:gd name="T15" fmla="*/ 3883 h 2002"/>
                <a:gd name="T16" fmla="+- 0 3688 1560"/>
                <a:gd name="T17" fmla="*/ T16 w 3177"/>
                <a:gd name="T18" fmla="+- 0 3000 3000"/>
                <a:gd name="T19" fmla="*/ 3000 h 2002"/>
                <a:gd name="T20" fmla="+- 0 1707 1560"/>
                <a:gd name="T21" fmla="*/ T20 w 3177"/>
                <a:gd name="T22" fmla="+- 0 3000 3000"/>
                <a:gd name="T23" fmla="*/ 3000 h 2002"/>
                <a:gd name="T24" fmla="+- 0 1650 1560"/>
                <a:gd name="T25" fmla="*/ T24 w 3177"/>
                <a:gd name="T26" fmla="+- 0 3012 3000"/>
                <a:gd name="T27" fmla="*/ 3012 h 2002"/>
                <a:gd name="T28" fmla="+- 0 1603 1560"/>
                <a:gd name="T29" fmla="*/ T28 w 3177"/>
                <a:gd name="T30" fmla="+- 0 3043 3000"/>
                <a:gd name="T31" fmla="*/ 3043 h 2002"/>
                <a:gd name="T32" fmla="+- 0 1572 1560"/>
                <a:gd name="T33" fmla="*/ T32 w 3177"/>
                <a:gd name="T34" fmla="+- 0 3090 3000"/>
                <a:gd name="T35" fmla="*/ 3090 h 2002"/>
                <a:gd name="T36" fmla="+- 0 1560 1560"/>
                <a:gd name="T37" fmla="*/ T36 w 3177"/>
                <a:gd name="T38" fmla="+- 0 3147 3000"/>
                <a:gd name="T39" fmla="*/ 3147 h 2002"/>
                <a:gd name="T40" fmla="+- 0 1560 1560"/>
                <a:gd name="T41" fmla="*/ T40 w 3177"/>
                <a:gd name="T42" fmla="+- 0 3736 3000"/>
                <a:gd name="T43" fmla="*/ 3736 h 2002"/>
                <a:gd name="T44" fmla="+- 0 1572 1560"/>
                <a:gd name="T45" fmla="*/ T44 w 3177"/>
                <a:gd name="T46" fmla="+- 0 3793 3000"/>
                <a:gd name="T47" fmla="*/ 3793 h 2002"/>
                <a:gd name="T48" fmla="+- 0 1603 1560"/>
                <a:gd name="T49" fmla="*/ T48 w 3177"/>
                <a:gd name="T50" fmla="+- 0 3840 3000"/>
                <a:gd name="T51" fmla="*/ 3840 h 2002"/>
                <a:gd name="T52" fmla="+- 0 1650 1560"/>
                <a:gd name="T53" fmla="*/ T52 w 3177"/>
                <a:gd name="T54" fmla="+- 0 3872 3000"/>
                <a:gd name="T55" fmla="*/ 3872 h 2002"/>
                <a:gd name="T56" fmla="+- 0 1707 1560"/>
                <a:gd name="T57" fmla="*/ T56 w 3177"/>
                <a:gd name="T58" fmla="+- 0 3883 3000"/>
                <a:gd name="T59" fmla="*/ 3883 h 2002"/>
                <a:gd name="T60" fmla="+- 0 3688 1560"/>
                <a:gd name="T61" fmla="*/ T60 w 3177"/>
                <a:gd name="T62" fmla="+- 0 3883 3000"/>
                <a:gd name="T63" fmla="*/ 3883 h 2002"/>
                <a:gd name="T64" fmla="+- 0 3745 1560"/>
                <a:gd name="T65" fmla="*/ T64 w 3177"/>
                <a:gd name="T66" fmla="+- 0 3872 3000"/>
                <a:gd name="T67" fmla="*/ 3872 h 2002"/>
                <a:gd name="T68" fmla="+- 0 3792 1560"/>
                <a:gd name="T69" fmla="*/ T68 w 3177"/>
                <a:gd name="T70" fmla="+- 0 3840 3000"/>
                <a:gd name="T71" fmla="*/ 3840 h 2002"/>
                <a:gd name="T72" fmla="+- 0 3824 1560"/>
                <a:gd name="T73" fmla="*/ T72 w 3177"/>
                <a:gd name="T74" fmla="+- 0 3793 3000"/>
                <a:gd name="T75" fmla="*/ 3793 h 2002"/>
                <a:gd name="T76" fmla="+- 0 3835 1560"/>
                <a:gd name="T77" fmla="*/ T76 w 3177"/>
                <a:gd name="T78" fmla="+- 0 3736 3000"/>
                <a:gd name="T79" fmla="*/ 3736 h 2002"/>
                <a:gd name="T80" fmla="+- 0 3835 1560"/>
                <a:gd name="T81" fmla="*/ T80 w 3177"/>
                <a:gd name="T82" fmla="+- 0 3147 3000"/>
                <a:gd name="T83" fmla="*/ 3147 h 2002"/>
                <a:gd name="T84" fmla="+- 0 3824 1560"/>
                <a:gd name="T85" fmla="*/ T84 w 3177"/>
                <a:gd name="T86" fmla="+- 0 3090 3000"/>
                <a:gd name="T87" fmla="*/ 3090 h 2002"/>
                <a:gd name="T88" fmla="+- 0 3792 1560"/>
                <a:gd name="T89" fmla="*/ T88 w 3177"/>
                <a:gd name="T90" fmla="+- 0 3043 3000"/>
                <a:gd name="T91" fmla="*/ 3043 h 2002"/>
                <a:gd name="T92" fmla="+- 0 3745 1560"/>
                <a:gd name="T93" fmla="*/ T92 w 3177"/>
                <a:gd name="T94" fmla="+- 0 3012 3000"/>
                <a:gd name="T95" fmla="*/ 3012 h 2002"/>
                <a:gd name="T96" fmla="+- 0 3688 1560"/>
                <a:gd name="T97" fmla="*/ T96 w 3177"/>
                <a:gd name="T98" fmla="+- 0 3000 3000"/>
                <a:gd name="T99" fmla="*/ 3000 h 200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</a:cxnLst>
              <a:rect l="0" t="0" r="r" b="b"/>
              <a:pathLst>
                <a:path w="3177" h="2002">
                  <a:moveTo>
                    <a:pt x="1896" y="883"/>
                  </a:moveTo>
                  <a:lnTo>
                    <a:pt x="1327" y="883"/>
                  </a:lnTo>
                  <a:lnTo>
                    <a:pt x="3177" y="2002"/>
                  </a:lnTo>
                  <a:lnTo>
                    <a:pt x="1896" y="883"/>
                  </a:lnTo>
                  <a:close/>
                  <a:moveTo>
                    <a:pt x="2128" y="0"/>
                  </a:moveTo>
                  <a:lnTo>
                    <a:pt x="147" y="0"/>
                  </a:lnTo>
                  <a:lnTo>
                    <a:pt x="90" y="12"/>
                  </a:lnTo>
                  <a:lnTo>
                    <a:pt x="43" y="43"/>
                  </a:lnTo>
                  <a:lnTo>
                    <a:pt x="12" y="90"/>
                  </a:lnTo>
                  <a:lnTo>
                    <a:pt x="0" y="147"/>
                  </a:lnTo>
                  <a:lnTo>
                    <a:pt x="0" y="736"/>
                  </a:lnTo>
                  <a:lnTo>
                    <a:pt x="12" y="793"/>
                  </a:lnTo>
                  <a:lnTo>
                    <a:pt x="43" y="840"/>
                  </a:lnTo>
                  <a:lnTo>
                    <a:pt x="90" y="872"/>
                  </a:lnTo>
                  <a:lnTo>
                    <a:pt x="147" y="883"/>
                  </a:lnTo>
                  <a:lnTo>
                    <a:pt x="2128" y="883"/>
                  </a:lnTo>
                  <a:lnTo>
                    <a:pt x="2185" y="872"/>
                  </a:lnTo>
                  <a:lnTo>
                    <a:pt x="2232" y="840"/>
                  </a:lnTo>
                  <a:lnTo>
                    <a:pt x="2264" y="793"/>
                  </a:lnTo>
                  <a:lnTo>
                    <a:pt x="2275" y="736"/>
                  </a:lnTo>
                  <a:lnTo>
                    <a:pt x="2275" y="147"/>
                  </a:lnTo>
                  <a:lnTo>
                    <a:pt x="2264" y="90"/>
                  </a:lnTo>
                  <a:lnTo>
                    <a:pt x="2232" y="43"/>
                  </a:lnTo>
                  <a:lnTo>
                    <a:pt x="2185" y="12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1560" y="3000"/>
              <a:ext cx="3177" cy="2002"/>
            </a:xfrm>
            <a:custGeom>
              <a:avLst/>
              <a:gdLst>
                <a:gd name="T0" fmla="+- 0 3835 1560"/>
                <a:gd name="T1" fmla="*/ T0 w 3177"/>
                <a:gd name="T2" fmla="+- 0 3736 3000"/>
                <a:gd name="T3" fmla="*/ 3736 h 2002"/>
                <a:gd name="T4" fmla="+- 0 3824 1560"/>
                <a:gd name="T5" fmla="*/ T4 w 3177"/>
                <a:gd name="T6" fmla="+- 0 3793 3000"/>
                <a:gd name="T7" fmla="*/ 3793 h 2002"/>
                <a:gd name="T8" fmla="+- 0 3792 1560"/>
                <a:gd name="T9" fmla="*/ T8 w 3177"/>
                <a:gd name="T10" fmla="+- 0 3840 3000"/>
                <a:gd name="T11" fmla="*/ 3840 h 2002"/>
                <a:gd name="T12" fmla="+- 0 3745 1560"/>
                <a:gd name="T13" fmla="*/ T12 w 3177"/>
                <a:gd name="T14" fmla="+- 0 3872 3000"/>
                <a:gd name="T15" fmla="*/ 3872 h 2002"/>
                <a:gd name="T16" fmla="+- 0 3688 1560"/>
                <a:gd name="T17" fmla="*/ T16 w 3177"/>
                <a:gd name="T18" fmla="+- 0 3883 3000"/>
                <a:gd name="T19" fmla="*/ 3883 h 2002"/>
                <a:gd name="T20" fmla="+- 0 3456 1560"/>
                <a:gd name="T21" fmla="*/ T20 w 3177"/>
                <a:gd name="T22" fmla="+- 0 3883 3000"/>
                <a:gd name="T23" fmla="*/ 3883 h 2002"/>
                <a:gd name="T24" fmla="+- 0 4737 1560"/>
                <a:gd name="T25" fmla="*/ T24 w 3177"/>
                <a:gd name="T26" fmla="+- 0 5002 3000"/>
                <a:gd name="T27" fmla="*/ 5002 h 2002"/>
                <a:gd name="T28" fmla="+- 0 2887 1560"/>
                <a:gd name="T29" fmla="*/ T28 w 3177"/>
                <a:gd name="T30" fmla="+- 0 3883 3000"/>
                <a:gd name="T31" fmla="*/ 3883 h 2002"/>
                <a:gd name="T32" fmla="+- 0 1707 1560"/>
                <a:gd name="T33" fmla="*/ T32 w 3177"/>
                <a:gd name="T34" fmla="+- 0 3883 3000"/>
                <a:gd name="T35" fmla="*/ 3883 h 2002"/>
                <a:gd name="T36" fmla="+- 0 1650 1560"/>
                <a:gd name="T37" fmla="*/ T36 w 3177"/>
                <a:gd name="T38" fmla="+- 0 3872 3000"/>
                <a:gd name="T39" fmla="*/ 3872 h 2002"/>
                <a:gd name="T40" fmla="+- 0 1603 1560"/>
                <a:gd name="T41" fmla="*/ T40 w 3177"/>
                <a:gd name="T42" fmla="+- 0 3840 3000"/>
                <a:gd name="T43" fmla="*/ 3840 h 2002"/>
                <a:gd name="T44" fmla="+- 0 1572 1560"/>
                <a:gd name="T45" fmla="*/ T44 w 3177"/>
                <a:gd name="T46" fmla="+- 0 3793 3000"/>
                <a:gd name="T47" fmla="*/ 3793 h 2002"/>
                <a:gd name="T48" fmla="+- 0 1560 1560"/>
                <a:gd name="T49" fmla="*/ T48 w 3177"/>
                <a:gd name="T50" fmla="+- 0 3736 3000"/>
                <a:gd name="T51" fmla="*/ 3736 h 2002"/>
                <a:gd name="T52" fmla="+- 0 1560 1560"/>
                <a:gd name="T53" fmla="*/ T52 w 3177"/>
                <a:gd name="T54" fmla="+- 0 3515 3000"/>
                <a:gd name="T55" fmla="*/ 3515 h 2002"/>
                <a:gd name="T56" fmla="+- 0 1560 1560"/>
                <a:gd name="T57" fmla="*/ T56 w 3177"/>
                <a:gd name="T58" fmla="+- 0 3147 3000"/>
                <a:gd name="T59" fmla="*/ 3147 h 2002"/>
                <a:gd name="T60" fmla="+- 0 1572 1560"/>
                <a:gd name="T61" fmla="*/ T60 w 3177"/>
                <a:gd name="T62" fmla="+- 0 3090 3000"/>
                <a:gd name="T63" fmla="*/ 3090 h 2002"/>
                <a:gd name="T64" fmla="+- 0 1603 1560"/>
                <a:gd name="T65" fmla="*/ T64 w 3177"/>
                <a:gd name="T66" fmla="+- 0 3043 3000"/>
                <a:gd name="T67" fmla="*/ 3043 h 2002"/>
                <a:gd name="T68" fmla="+- 0 1650 1560"/>
                <a:gd name="T69" fmla="*/ T68 w 3177"/>
                <a:gd name="T70" fmla="+- 0 3012 3000"/>
                <a:gd name="T71" fmla="*/ 3012 h 2002"/>
                <a:gd name="T72" fmla="+- 0 1707 1560"/>
                <a:gd name="T73" fmla="*/ T72 w 3177"/>
                <a:gd name="T74" fmla="+- 0 3000 3000"/>
                <a:gd name="T75" fmla="*/ 3000 h 2002"/>
                <a:gd name="T76" fmla="+- 0 2887 1560"/>
                <a:gd name="T77" fmla="*/ T76 w 3177"/>
                <a:gd name="T78" fmla="+- 0 3000 3000"/>
                <a:gd name="T79" fmla="*/ 3000 h 2002"/>
                <a:gd name="T80" fmla="+- 0 3456 1560"/>
                <a:gd name="T81" fmla="*/ T80 w 3177"/>
                <a:gd name="T82" fmla="+- 0 3000 3000"/>
                <a:gd name="T83" fmla="*/ 3000 h 2002"/>
                <a:gd name="T84" fmla="+- 0 3688 1560"/>
                <a:gd name="T85" fmla="*/ T84 w 3177"/>
                <a:gd name="T86" fmla="+- 0 3000 3000"/>
                <a:gd name="T87" fmla="*/ 3000 h 2002"/>
                <a:gd name="T88" fmla="+- 0 3745 1560"/>
                <a:gd name="T89" fmla="*/ T88 w 3177"/>
                <a:gd name="T90" fmla="+- 0 3012 3000"/>
                <a:gd name="T91" fmla="*/ 3012 h 2002"/>
                <a:gd name="T92" fmla="+- 0 3792 1560"/>
                <a:gd name="T93" fmla="*/ T92 w 3177"/>
                <a:gd name="T94" fmla="+- 0 3043 3000"/>
                <a:gd name="T95" fmla="*/ 3043 h 2002"/>
                <a:gd name="T96" fmla="+- 0 3824 1560"/>
                <a:gd name="T97" fmla="*/ T96 w 3177"/>
                <a:gd name="T98" fmla="+- 0 3090 3000"/>
                <a:gd name="T99" fmla="*/ 3090 h 2002"/>
                <a:gd name="T100" fmla="+- 0 3835 1560"/>
                <a:gd name="T101" fmla="*/ T100 w 3177"/>
                <a:gd name="T102" fmla="+- 0 3147 3000"/>
                <a:gd name="T103" fmla="*/ 3147 h 2002"/>
                <a:gd name="T104" fmla="+- 0 3835 1560"/>
                <a:gd name="T105" fmla="*/ T104 w 3177"/>
                <a:gd name="T106" fmla="+- 0 3515 3000"/>
                <a:gd name="T107" fmla="*/ 3515 h 2002"/>
                <a:gd name="T108" fmla="+- 0 3835 1560"/>
                <a:gd name="T109" fmla="*/ T108 w 3177"/>
                <a:gd name="T110" fmla="+- 0 3736 3000"/>
                <a:gd name="T111" fmla="*/ 3736 h 200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</a:cxnLst>
              <a:rect l="0" t="0" r="r" b="b"/>
              <a:pathLst>
                <a:path w="3177" h="2002">
                  <a:moveTo>
                    <a:pt x="2275" y="736"/>
                  </a:moveTo>
                  <a:lnTo>
                    <a:pt x="2264" y="793"/>
                  </a:lnTo>
                  <a:lnTo>
                    <a:pt x="2232" y="840"/>
                  </a:lnTo>
                  <a:lnTo>
                    <a:pt x="2185" y="872"/>
                  </a:lnTo>
                  <a:lnTo>
                    <a:pt x="2128" y="883"/>
                  </a:lnTo>
                  <a:lnTo>
                    <a:pt x="1896" y="883"/>
                  </a:lnTo>
                  <a:lnTo>
                    <a:pt x="3177" y="2002"/>
                  </a:lnTo>
                  <a:lnTo>
                    <a:pt x="1327" y="883"/>
                  </a:lnTo>
                  <a:lnTo>
                    <a:pt x="147" y="883"/>
                  </a:lnTo>
                  <a:lnTo>
                    <a:pt x="90" y="872"/>
                  </a:lnTo>
                  <a:lnTo>
                    <a:pt x="43" y="840"/>
                  </a:lnTo>
                  <a:lnTo>
                    <a:pt x="12" y="793"/>
                  </a:lnTo>
                  <a:lnTo>
                    <a:pt x="0" y="736"/>
                  </a:lnTo>
                  <a:lnTo>
                    <a:pt x="0" y="515"/>
                  </a:lnTo>
                  <a:lnTo>
                    <a:pt x="0" y="147"/>
                  </a:lnTo>
                  <a:lnTo>
                    <a:pt x="12" y="90"/>
                  </a:lnTo>
                  <a:lnTo>
                    <a:pt x="43" y="43"/>
                  </a:lnTo>
                  <a:lnTo>
                    <a:pt x="90" y="12"/>
                  </a:lnTo>
                  <a:lnTo>
                    <a:pt x="147" y="0"/>
                  </a:lnTo>
                  <a:lnTo>
                    <a:pt x="1327" y="0"/>
                  </a:lnTo>
                  <a:lnTo>
                    <a:pt x="1896" y="0"/>
                  </a:lnTo>
                  <a:lnTo>
                    <a:pt x="2128" y="0"/>
                  </a:lnTo>
                  <a:lnTo>
                    <a:pt x="2185" y="12"/>
                  </a:lnTo>
                  <a:lnTo>
                    <a:pt x="2232" y="43"/>
                  </a:lnTo>
                  <a:lnTo>
                    <a:pt x="2264" y="90"/>
                  </a:lnTo>
                  <a:lnTo>
                    <a:pt x="2275" y="147"/>
                  </a:lnTo>
                  <a:lnTo>
                    <a:pt x="2275" y="515"/>
                  </a:lnTo>
                  <a:lnTo>
                    <a:pt x="2275" y="736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7" name="AutoShape 45"/>
            <p:cNvSpPr>
              <a:spLocks/>
            </p:cNvSpPr>
            <p:nvPr/>
          </p:nvSpPr>
          <p:spPr bwMode="auto">
            <a:xfrm>
              <a:off x="0" y="4440"/>
              <a:ext cx="3779" cy="1981"/>
            </a:xfrm>
            <a:custGeom>
              <a:avLst/>
              <a:gdLst>
                <a:gd name="T0" fmla="*/ 2802 w 3779"/>
                <a:gd name="T1" fmla="+- 0 5424 4440"/>
                <a:gd name="T2" fmla="*/ 5424 h 1981"/>
                <a:gd name="T3" fmla="*/ 1961 w 3779"/>
                <a:gd name="T4" fmla="+- 0 5424 4440"/>
                <a:gd name="T5" fmla="*/ 5424 h 1981"/>
                <a:gd name="T6" fmla="*/ 3779 w 3779"/>
                <a:gd name="T7" fmla="+- 0 6420 4440"/>
                <a:gd name="T8" fmla="*/ 6420 h 1981"/>
                <a:gd name="T9" fmla="*/ 2802 w 3779"/>
                <a:gd name="T10" fmla="+- 0 5424 4440"/>
                <a:gd name="T11" fmla="*/ 5424 h 1981"/>
                <a:gd name="T12" fmla="*/ 3198 w 3779"/>
                <a:gd name="T13" fmla="+- 0 4440 4440"/>
                <a:gd name="T14" fmla="*/ 4440 h 1981"/>
                <a:gd name="T15" fmla="*/ 164 w 3779"/>
                <a:gd name="T16" fmla="+- 0 4440 4440"/>
                <a:gd name="T17" fmla="*/ 4440 h 1981"/>
                <a:gd name="T18" fmla="*/ 100 w 3779"/>
                <a:gd name="T19" fmla="+- 0 4453 4440"/>
                <a:gd name="T20" fmla="*/ 4453 h 1981"/>
                <a:gd name="T21" fmla="*/ 48 w 3779"/>
                <a:gd name="T22" fmla="+- 0 4488 4440"/>
                <a:gd name="T23" fmla="*/ 4488 h 1981"/>
                <a:gd name="T24" fmla="*/ 13 w 3779"/>
                <a:gd name="T25" fmla="+- 0 4540 4440"/>
                <a:gd name="T26" fmla="*/ 4540 h 1981"/>
                <a:gd name="T27" fmla="*/ 0 w 3779"/>
                <a:gd name="T28" fmla="+- 0 4604 4440"/>
                <a:gd name="T29" fmla="*/ 4604 h 1981"/>
                <a:gd name="T30" fmla="*/ 0 w 3779"/>
                <a:gd name="T31" fmla="+- 0 5260 4440"/>
                <a:gd name="T32" fmla="*/ 5260 h 1981"/>
                <a:gd name="T33" fmla="*/ 13 w 3779"/>
                <a:gd name="T34" fmla="+- 0 5324 4440"/>
                <a:gd name="T35" fmla="*/ 5324 h 1981"/>
                <a:gd name="T36" fmla="*/ 48 w 3779"/>
                <a:gd name="T37" fmla="+- 0 5376 4440"/>
                <a:gd name="T38" fmla="*/ 5376 h 1981"/>
                <a:gd name="T39" fmla="*/ 100 w 3779"/>
                <a:gd name="T40" fmla="+- 0 5411 4440"/>
                <a:gd name="T41" fmla="*/ 5411 h 1981"/>
                <a:gd name="T42" fmla="*/ 164 w 3779"/>
                <a:gd name="T43" fmla="+- 0 5424 4440"/>
                <a:gd name="T44" fmla="*/ 5424 h 1981"/>
                <a:gd name="T45" fmla="*/ 3198 w 3779"/>
                <a:gd name="T46" fmla="+- 0 5424 4440"/>
                <a:gd name="T47" fmla="*/ 5424 h 1981"/>
                <a:gd name="T48" fmla="*/ 3262 w 3779"/>
                <a:gd name="T49" fmla="+- 0 5411 4440"/>
                <a:gd name="T50" fmla="*/ 5411 h 1981"/>
                <a:gd name="T51" fmla="*/ 3314 w 3779"/>
                <a:gd name="T52" fmla="+- 0 5376 4440"/>
                <a:gd name="T53" fmla="*/ 5376 h 1981"/>
                <a:gd name="T54" fmla="*/ 3350 w 3779"/>
                <a:gd name="T55" fmla="+- 0 5324 4440"/>
                <a:gd name="T56" fmla="*/ 5324 h 1981"/>
                <a:gd name="T57" fmla="*/ 3362 w 3779"/>
                <a:gd name="T58" fmla="+- 0 5260 4440"/>
                <a:gd name="T59" fmla="*/ 5260 h 1981"/>
                <a:gd name="T60" fmla="*/ 3362 w 3779"/>
                <a:gd name="T61" fmla="+- 0 4604 4440"/>
                <a:gd name="T62" fmla="*/ 4604 h 1981"/>
                <a:gd name="T63" fmla="*/ 3350 w 3779"/>
                <a:gd name="T64" fmla="+- 0 4540 4440"/>
                <a:gd name="T65" fmla="*/ 4540 h 1981"/>
                <a:gd name="T66" fmla="*/ 3314 w 3779"/>
                <a:gd name="T67" fmla="+- 0 4488 4440"/>
                <a:gd name="T68" fmla="*/ 4488 h 1981"/>
                <a:gd name="T69" fmla="*/ 3262 w 3779"/>
                <a:gd name="T70" fmla="+- 0 4453 4440"/>
                <a:gd name="T71" fmla="*/ 4453 h 1981"/>
                <a:gd name="T72" fmla="*/ 3198 w 3779"/>
                <a:gd name="T73" fmla="+- 0 4440 4440"/>
                <a:gd name="T74" fmla="*/ 4440 h 1981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  <a:cxn ang="0">
                  <a:pos x="T15" y="T17"/>
                </a:cxn>
                <a:cxn ang="0">
                  <a:pos x="T18" y="T20"/>
                </a:cxn>
                <a:cxn ang="0">
                  <a:pos x="T21" y="T23"/>
                </a:cxn>
                <a:cxn ang="0">
                  <a:pos x="T24" y="T26"/>
                </a:cxn>
                <a:cxn ang="0">
                  <a:pos x="T27" y="T29"/>
                </a:cxn>
                <a:cxn ang="0">
                  <a:pos x="T30" y="T32"/>
                </a:cxn>
                <a:cxn ang="0">
                  <a:pos x="T33" y="T35"/>
                </a:cxn>
                <a:cxn ang="0">
                  <a:pos x="T36" y="T38"/>
                </a:cxn>
                <a:cxn ang="0">
                  <a:pos x="T39" y="T41"/>
                </a:cxn>
                <a:cxn ang="0">
                  <a:pos x="T42" y="T44"/>
                </a:cxn>
                <a:cxn ang="0">
                  <a:pos x="T45" y="T47"/>
                </a:cxn>
                <a:cxn ang="0">
                  <a:pos x="T48" y="T50"/>
                </a:cxn>
                <a:cxn ang="0">
                  <a:pos x="T51" y="T53"/>
                </a:cxn>
                <a:cxn ang="0">
                  <a:pos x="T54" y="T56"/>
                </a:cxn>
                <a:cxn ang="0">
                  <a:pos x="T57" y="T59"/>
                </a:cxn>
                <a:cxn ang="0">
                  <a:pos x="T60" y="T62"/>
                </a:cxn>
                <a:cxn ang="0">
                  <a:pos x="T63" y="T65"/>
                </a:cxn>
                <a:cxn ang="0">
                  <a:pos x="T66" y="T68"/>
                </a:cxn>
                <a:cxn ang="0">
                  <a:pos x="T69" y="T71"/>
                </a:cxn>
                <a:cxn ang="0">
                  <a:pos x="T72" y="T74"/>
                </a:cxn>
              </a:cxnLst>
              <a:rect l="0" t="0" r="r" b="b"/>
              <a:pathLst>
                <a:path w="3779" h="1981">
                  <a:moveTo>
                    <a:pt x="2802" y="984"/>
                  </a:moveTo>
                  <a:lnTo>
                    <a:pt x="1961" y="984"/>
                  </a:lnTo>
                  <a:lnTo>
                    <a:pt x="3779" y="1980"/>
                  </a:lnTo>
                  <a:lnTo>
                    <a:pt x="2802" y="984"/>
                  </a:lnTo>
                  <a:close/>
                  <a:moveTo>
                    <a:pt x="3198" y="0"/>
                  </a:moveTo>
                  <a:lnTo>
                    <a:pt x="164" y="0"/>
                  </a:lnTo>
                  <a:lnTo>
                    <a:pt x="100" y="13"/>
                  </a:lnTo>
                  <a:lnTo>
                    <a:pt x="48" y="48"/>
                  </a:lnTo>
                  <a:lnTo>
                    <a:pt x="13" y="100"/>
                  </a:lnTo>
                  <a:lnTo>
                    <a:pt x="0" y="164"/>
                  </a:lnTo>
                  <a:lnTo>
                    <a:pt x="0" y="820"/>
                  </a:lnTo>
                  <a:lnTo>
                    <a:pt x="13" y="884"/>
                  </a:lnTo>
                  <a:lnTo>
                    <a:pt x="48" y="936"/>
                  </a:lnTo>
                  <a:lnTo>
                    <a:pt x="100" y="971"/>
                  </a:lnTo>
                  <a:lnTo>
                    <a:pt x="164" y="984"/>
                  </a:lnTo>
                  <a:lnTo>
                    <a:pt x="3198" y="984"/>
                  </a:lnTo>
                  <a:lnTo>
                    <a:pt x="3262" y="971"/>
                  </a:lnTo>
                  <a:lnTo>
                    <a:pt x="3314" y="936"/>
                  </a:lnTo>
                  <a:lnTo>
                    <a:pt x="3350" y="884"/>
                  </a:lnTo>
                  <a:lnTo>
                    <a:pt x="3362" y="820"/>
                  </a:lnTo>
                  <a:lnTo>
                    <a:pt x="3362" y="164"/>
                  </a:lnTo>
                  <a:lnTo>
                    <a:pt x="3350" y="100"/>
                  </a:lnTo>
                  <a:lnTo>
                    <a:pt x="3314" y="48"/>
                  </a:lnTo>
                  <a:lnTo>
                    <a:pt x="3262" y="13"/>
                  </a:lnTo>
                  <a:lnTo>
                    <a:pt x="3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0" y="4440"/>
              <a:ext cx="3779" cy="1981"/>
            </a:xfrm>
            <a:custGeom>
              <a:avLst/>
              <a:gdLst>
                <a:gd name="T0" fmla="*/ 0 w 3779"/>
                <a:gd name="T1" fmla="+- 0 4604 4440"/>
                <a:gd name="T2" fmla="*/ 4604 h 1981"/>
                <a:gd name="T3" fmla="*/ 13 w 3779"/>
                <a:gd name="T4" fmla="+- 0 4540 4440"/>
                <a:gd name="T5" fmla="*/ 4540 h 1981"/>
                <a:gd name="T6" fmla="*/ 48 w 3779"/>
                <a:gd name="T7" fmla="+- 0 4488 4440"/>
                <a:gd name="T8" fmla="*/ 4488 h 1981"/>
                <a:gd name="T9" fmla="*/ 100 w 3779"/>
                <a:gd name="T10" fmla="+- 0 4453 4440"/>
                <a:gd name="T11" fmla="*/ 4453 h 1981"/>
                <a:gd name="T12" fmla="*/ 164 w 3779"/>
                <a:gd name="T13" fmla="+- 0 4440 4440"/>
                <a:gd name="T14" fmla="*/ 4440 h 1981"/>
                <a:gd name="T15" fmla="*/ 1961 w 3779"/>
                <a:gd name="T16" fmla="+- 0 4440 4440"/>
                <a:gd name="T17" fmla="*/ 4440 h 1981"/>
                <a:gd name="T18" fmla="*/ 2802 w 3779"/>
                <a:gd name="T19" fmla="+- 0 4440 4440"/>
                <a:gd name="T20" fmla="*/ 4440 h 1981"/>
                <a:gd name="T21" fmla="*/ 3198 w 3779"/>
                <a:gd name="T22" fmla="+- 0 4440 4440"/>
                <a:gd name="T23" fmla="*/ 4440 h 1981"/>
                <a:gd name="T24" fmla="*/ 3262 w 3779"/>
                <a:gd name="T25" fmla="+- 0 4453 4440"/>
                <a:gd name="T26" fmla="*/ 4453 h 1981"/>
                <a:gd name="T27" fmla="*/ 3314 w 3779"/>
                <a:gd name="T28" fmla="+- 0 4488 4440"/>
                <a:gd name="T29" fmla="*/ 4488 h 1981"/>
                <a:gd name="T30" fmla="*/ 3350 w 3779"/>
                <a:gd name="T31" fmla="+- 0 4540 4440"/>
                <a:gd name="T32" fmla="*/ 4540 h 1981"/>
                <a:gd name="T33" fmla="*/ 3362 w 3779"/>
                <a:gd name="T34" fmla="+- 0 4604 4440"/>
                <a:gd name="T35" fmla="*/ 4604 h 1981"/>
                <a:gd name="T36" fmla="*/ 3362 w 3779"/>
                <a:gd name="T37" fmla="+- 0 5014 4440"/>
                <a:gd name="T38" fmla="*/ 5014 h 1981"/>
                <a:gd name="T39" fmla="*/ 3362 w 3779"/>
                <a:gd name="T40" fmla="+- 0 5260 4440"/>
                <a:gd name="T41" fmla="*/ 5260 h 1981"/>
                <a:gd name="T42" fmla="*/ 3350 w 3779"/>
                <a:gd name="T43" fmla="+- 0 5324 4440"/>
                <a:gd name="T44" fmla="*/ 5324 h 1981"/>
                <a:gd name="T45" fmla="*/ 3314 w 3779"/>
                <a:gd name="T46" fmla="+- 0 5376 4440"/>
                <a:gd name="T47" fmla="*/ 5376 h 1981"/>
                <a:gd name="T48" fmla="*/ 3262 w 3779"/>
                <a:gd name="T49" fmla="+- 0 5411 4440"/>
                <a:gd name="T50" fmla="*/ 5411 h 1981"/>
                <a:gd name="T51" fmla="*/ 3198 w 3779"/>
                <a:gd name="T52" fmla="+- 0 5424 4440"/>
                <a:gd name="T53" fmla="*/ 5424 h 1981"/>
                <a:gd name="T54" fmla="*/ 2802 w 3779"/>
                <a:gd name="T55" fmla="+- 0 5424 4440"/>
                <a:gd name="T56" fmla="*/ 5424 h 1981"/>
                <a:gd name="T57" fmla="*/ 3779 w 3779"/>
                <a:gd name="T58" fmla="+- 0 6420 4440"/>
                <a:gd name="T59" fmla="*/ 6420 h 1981"/>
                <a:gd name="T60" fmla="*/ 1961 w 3779"/>
                <a:gd name="T61" fmla="+- 0 5424 4440"/>
                <a:gd name="T62" fmla="*/ 5424 h 1981"/>
                <a:gd name="T63" fmla="*/ 164 w 3779"/>
                <a:gd name="T64" fmla="+- 0 5424 4440"/>
                <a:gd name="T65" fmla="*/ 5424 h 1981"/>
                <a:gd name="T66" fmla="*/ 100 w 3779"/>
                <a:gd name="T67" fmla="+- 0 5411 4440"/>
                <a:gd name="T68" fmla="*/ 5411 h 1981"/>
                <a:gd name="T69" fmla="*/ 48 w 3779"/>
                <a:gd name="T70" fmla="+- 0 5376 4440"/>
                <a:gd name="T71" fmla="*/ 5376 h 1981"/>
                <a:gd name="T72" fmla="*/ 13 w 3779"/>
                <a:gd name="T73" fmla="+- 0 5324 4440"/>
                <a:gd name="T74" fmla="*/ 5324 h 1981"/>
                <a:gd name="T75" fmla="*/ 0 w 3779"/>
                <a:gd name="T76" fmla="+- 0 5260 4440"/>
                <a:gd name="T77" fmla="*/ 5260 h 1981"/>
                <a:gd name="T78" fmla="*/ 0 w 3779"/>
                <a:gd name="T79" fmla="+- 0 5014 4440"/>
                <a:gd name="T80" fmla="*/ 5014 h 1981"/>
                <a:gd name="T81" fmla="*/ 0 w 3779"/>
                <a:gd name="T82" fmla="+- 0 4604 4440"/>
                <a:gd name="T83" fmla="*/ 4604 h 1981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  <a:cxn ang="0">
                  <a:pos x="T15" y="T17"/>
                </a:cxn>
                <a:cxn ang="0">
                  <a:pos x="T18" y="T20"/>
                </a:cxn>
                <a:cxn ang="0">
                  <a:pos x="T21" y="T23"/>
                </a:cxn>
                <a:cxn ang="0">
                  <a:pos x="T24" y="T26"/>
                </a:cxn>
                <a:cxn ang="0">
                  <a:pos x="T27" y="T29"/>
                </a:cxn>
                <a:cxn ang="0">
                  <a:pos x="T30" y="T32"/>
                </a:cxn>
                <a:cxn ang="0">
                  <a:pos x="T33" y="T35"/>
                </a:cxn>
                <a:cxn ang="0">
                  <a:pos x="T36" y="T38"/>
                </a:cxn>
                <a:cxn ang="0">
                  <a:pos x="T39" y="T41"/>
                </a:cxn>
                <a:cxn ang="0">
                  <a:pos x="T42" y="T44"/>
                </a:cxn>
                <a:cxn ang="0">
                  <a:pos x="T45" y="T47"/>
                </a:cxn>
                <a:cxn ang="0">
                  <a:pos x="T48" y="T50"/>
                </a:cxn>
                <a:cxn ang="0">
                  <a:pos x="T51" y="T53"/>
                </a:cxn>
                <a:cxn ang="0">
                  <a:pos x="T54" y="T56"/>
                </a:cxn>
                <a:cxn ang="0">
                  <a:pos x="T57" y="T59"/>
                </a:cxn>
                <a:cxn ang="0">
                  <a:pos x="T60" y="T62"/>
                </a:cxn>
                <a:cxn ang="0">
                  <a:pos x="T63" y="T65"/>
                </a:cxn>
                <a:cxn ang="0">
                  <a:pos x="T66" y="T68"/>
                </a:cxn>
                <a:cxn ang="0">
                  <a:pos x="T69" y="T71"/>
                </a:cxn>
                <a:cxn ang="0">
                  <a:pos x="T72" y="T74"/>
                </a:cxn>
                <a:cxn ang="0">
                  <a:pos x="T75" y="T77"/>
                </a:cxn>
                <a:cxn ang="0">
                  <a:pos x="T78" y="T80"/>
                </a:cxn>
                <a:cxn ang="0">
                  <a:pos x="T81" y="T83"/>
                </a:cxn>
              </a:cxnLst>
              <a:rect l="0" t="0" r="r" b="b"/>
              <a:pathLst>
                <a:path w="3779" h="1981">
                  <a:moveTo>
                    <a:pt x="0" y="164"/>
                  </a:moveTo>
                  <a:lnTo>
                    <a:pt x="13" y="100"/>
                  </a:lnTo>
                  <a:lnTo>
                    <a:pt x="48" y="48"/>
                  </a:lnTo>
                  <a:lnTo>
                    <a:pt x="100" y="13"/>
                  </a:lnTo>
                  <a:lnTo>
                    <a:pt x="164" y="0"/>
                  </a:lnTo>
                  <a:lnTo>
                    <a:pt x="1961" y="0"/>
                  </a:lnTo>
                  <a:lnTo>
                    <a:pt x="2802" y="0"/>
                  </a:lnTo>
                  <a:lnTo>
                    <a:pt x="3198" y="0"/>
                  </a:lnTo>
                  <a:lnTo>
                    <a:pt x="3262" y="13"/>
                  </a:lnTo>
                  <a:lnTo>
                    <a:pt x="3314" y="48"/>
                  </a:lnTo>
                  <a:lnTo>
                    <a:pt x="3350" y="100"/>
                  </a:lnTo>
                  <a:lnTo>
                    <a:pt x="3362" y="164"/>
                  </a:lnTo>
                  <a:lnTo>
                    <a:pt x="3362" y="574"/>
                  </a:lnTo>
                  <a:lnTo>
                    <a:pt x="3362" y="820"/>
                  </a:lnTo>
                  <a:lnTo>
                    <a:pt x="3350" y="884"/>
                  </a:lnTo>
                  <a:lnTo>
                    <a:pt x="3314" y="936"/>
                  </a:lnTo>
                  <a:lnTo>
                    <a:pt x="3262" y="971"/>
                  </a:lnTo>
                  <a:lnTo>
                    <a:pt x="3198" y="984"/>
                  </a:lnTo>
                  <a:lnTo>
                    <a:pt x="2802" y="984"/>
                  </a:lnTo>
                  <a:lnTo>
                    <a:pt x="3779" y="1980"/>
                  </a:lnTo>
                  <a:lnTo>
                    <a:pt x="1961" y="984"/>
                  </a:lnTo>
                  <a:lnTo>
                    <a:pt x="164" y="984"/>
                  </a:lnTo>
                  <a:lnTo>
                    <a:pt x="100" y="971"/>
                  </a:lnTo>
                  <a:lnTo>
                    <a:pt x="48" y="936"/>
                  </a:lnTo>
                  <a:lnTo>
                    <a:pt x="13" y="884"/>
                  </a:lnTo>
                  <a:lnTo>
                    <a:pt x="0" y="820"/>
                  </a:lnTo>
                  <a:lnTo>
                    <a:pt x="0" y="574"/>
                  </a:lnTo>
                  <a:lnTo>
                    <a:pt x="0" y="164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" name="AutoShape 43"/>
            <p:cNvSpPr>
              <a:spLocks/>
            </p:cNvSpPr>
            <p:nvPr/>
          </p:nvSpPr>
          <p:spPr bwMode="auto">
            <a:xfrm>
              <a:off x="10376" y="5103"/>
              <a:ext cx="4024" cy="1761"/>
            </a:xfrm>
            <a:custGeom>
              <a:avLst/>
              <a:gdLst>
                <a:gd name="T0" fmla="+- 0 14236 10377"/>
                <a:gd name="T1" fmla="*/ T0 w 4024"/>
                <a:gd name="T2" fmla="+- 0 5880 5103"/>
                <a:gd name="T3" fmla="*/ 5880 h 1761"/>
                <a:gd name="T4" fmla="+- 0 11202 10377"/>
                <a:gd name="T5" fmla="*/ T4 w 4024"/>
                <a:gd name="T6" fmla="+- 0 5880 5103"/>
                <a:gd name="T7" fmla="*/ 5880 h 1761"/>
                <a:gd name="T8" fmla="+- 0 11138 10377"/>
                <a:gd name="T9" fmla="*/ T8 w 4024"/>
                <a:gd name="T10" fmla="+- 0 5893 5103"/>
                <a:gd name="T11" fmla="*/ 5893 h 1761"/>
                <a:gd name="T12" fmla="+- 0 11086 10377"/>
                <a:gd name="T13" fmla="*/ T12 w 4024"/>
                <a:gd name="T14" fmla="+- 0 5928 5103"/>
                <a:gd name="T15" fmla="*/ 5928 h 1761"/>
                <a:gd name="T16" fmla="+- 0 11050 10377"/>
                <a:gd name="T17" fmla="*/ T16 w 4024"/>
                <a:gd name="T18" fmla="+- 0 5980 5103"/>
                <a:gd name="T19" fmla="*/ 5980 h 1761"/>
                <a:gd name="T20" fmla="+- 0 11038 10377"/>
                <a:gd name="T21" fmla="*/ T20 w 4024"/>
                <a:gd name="T22" fmla="+- 0 6044 5103"/>
                <a:gd name="T23" fmla="*/ 6044 h 1761"/>
                <a:gd name="T24" fmla="+- 0 11038 10377"/>
                <a:gd name="T25" fmla="*/ T24 w 4024"/>
                <a:gd name="T26" fmla="+- 0 6700 5103"/>
                <a:gd name="T27" fmla="*/ 6700 h 1761"/>
                <a:gd name="T28" fmla="+- 0 11050 10377"/>
                <a:gd name="T29" fmla="*/ T28 w 4024"/>
                <a:gd name="T30" fmla="+- 0 6764 5103"/>
                <a:gd name="T31" fmla="*/ 6764 h 1761"/>
                <a:gd name="T32" fmla="+- 0 11086 10377"/>
                <a:gd name="T33" fmla="*/ T32 w 4024"/>
                <a:gd name="T34" fmla="+- 0 6816 5103"/>
                <a:gd name="T35" fmla="*/ 6816 h 1761"/>
                <a:gd name="T36" fmla="+- 0 11138 10377"/>
                <a:gd name="T37" fmla="*/ T36 w 4024"/>
                <a:gd name="T38" fmla="+- 0 6851 5103"/>
                <a:gd name="T39" fmla="*/ 6851 h 1761"/>
                <a:gd name="T40" fmla="+- 0 11202 10377"/>
                <a:gd name="T41" fmla="*/ T40 w 4024"/>
                <a:gd name="T42" fmla="+- 0 6864 5103"/>
                <a:gd name="T43" fmla="*/ 6864 h 1761"/>
                <a:gd name="T44" fmla="+- 0 14236 10377"/>
                <a:gd name="T45" fmla="*/ T44 w 4024"/>
                <a:gd name="T46" fmla="+- 0 6864 5103"/>
                <a:gd name="T47" fmla="*/ 6864 h 1761"/>
                <a:gd name="T48" fmla="+- 0 14300 10377"/>
                <a:gd name="T49" fmla="*/ T48 w 4024"/>
                <a:gd name="T50" fmla="+- 0 6851 5103"/>
                <a:gd name="T51" fmla="*/ 6851 h 1761"/>
                <a:gd name="T52" fmla="+- 0 14352 10377"/>
                <a:gd name="T53" fmla="*/ T52 w 4024"/>
                <a:gd name="T54" fmla="+- 0 6816 5103"/>
                <a:gd name="T55" fmla="*/ 6816 h 1761"/>
                <a:gd name="T56" fmla="+- 0 14387 10377"/>
                <a:gd name="T57" fmla="*/ T56 w 4024"/>
                <a:gd name="T58" fmla="+- 0 6764 5103"/>
                <a:gd name="T59" fmla="*/ 6764 h 1761"/>
                <a:gd name="T60" fmla="+- 0 14400 10377"/>
                <a:gd name="T61" fmla="*/ T60 w 4024"/>
                <a:gd name="T62" fmla="+- 0 6700 5103"/>
                <a:gd name="T63" fmla="*/ 6700 h 1761"/>
                <a:gd name="T64" fmla="+- 0 14400 10377"/>
                <a:gd name="T65" fmla="*/ T64 w 4024"/>
                <a:gd name="T66" fmla="+- 0 6044 5103"/>
                <a:gd name="T67" fmla="*/ 6044 h 1761"/>
                <a:gd name="T68" fmla="+- 0 14387 10377"/>
                <a:gd name="T69" fmla="*/ T68 w 4024"/>
                <a:gd name="T70" fmla="+- 0 5980 5103"/>
                <a:gd name="T71" fmla="*/ 5980 h 1761"/>
                <a:gd name="T72" fmla="+- 0 14352 10377"/>
                <a:gd name="T73" fmla="*/ T72 w 4024"/>
                <a:gd name="T74" fmla="+- 0 5928 5103"/>
                <a:gd name="T75" fmla="*/ 5928 h 1761"/>
                <a:gd name="T76" fmla="+- 0 14300 10377"/>
                <a:gd name="T77" fmla="*/ T76 w 4024"/>
                <a:gd name="T78" fmla="+- 0 5893 5103"/>
                <a:gd name="T79" fmla="*/ 5893 h 1761"/>
                <a:gd name="T80" fmla="+- 0 14236 10377"/>
                <a:gd name="T81" fmla="*/ T80 w 4024"/>
                <a:gd name="T82" fmla="+- 0 5880 5103"/>
                <a:gd name="T83" fmla="*/ 5880 h 1761"/>
                <a:gd name="T84" fmla="+- 0 10377 10377"/>
                <a:gd name="T85" fmla="*/ T84 w 4024"/>
                <a:gd name="T86" fmla="+- 0 5103 5103"/>
                <a:gd name="T87" fmla="*/ 5103 h 1761"/>
                <a:gd name="T88" fmla="+- 0 11598 10377"/>
                <a:gd name="T89" fmla="*/ T88 w 4024"/>
                <a:gd name="T90" fmla="+- 0 5880 5103"/>
                <a:gd name="T91" fmla="*/ 5880 h 1761"/>
                <a:gd name="T92" fmla="+- 0 12439 10377"/>
                <a:gd name="T93" fmla="*/ T92 w 4024"/>
                <a:gd name="T94" fmla="+- 0 5880 5103"/>
                <a:gd name="T95" fmla="*/ 5880 h 1761"/>
                <a:gd name="T96" fmla="+- 0 10377 10377"/>
                <a:gd name="T97" fmla="*/ T96 w 4024"/>
                <a:gd name="T98" fmla="+- 0 5103 5103"/>
                <a:gd name="T99" fmla="*/ 5103 h 176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</a:cxnLst>
              <a:rect l="0" t="0" r="r" b="b"/>
              <a:pathLst>
                <a:path w="4024" h="1761">
                  <a:moveTo>
                    <a:pt x="3859" y="777"/>
                  </a:moveTo>
                  <a:lnTo>
                    <a:pt x="825" y="777"/>
                  </a:lnTo>
                  <a:lnTo>
                    <a:pt x="761" y="790"/>
                  </a:lnTo>
                  <a:lnTo>
                    <a:pt x="709" y="825"/>
                  </a:lnTo>
                  <a:lnTo>
                    <a:pt x="673" y="877"/>
                  </a:lnTo>
                  <a:lnTo>
                    <a:pt x="661" y="941"/>
                  </a:lnTo>
                  <a:lnTo>
                    <a:pt x="661" y="1597"/>
                  </a:lnTo>
                  <a:lnTo>
                    <a:pt x="673" y="1661"/>
                  </a:lnTo>
                  <a:lnTo>
                    <a:pt x="709" y="1713"/>
                  </a:lnTo>
                  <a:lnTo>
                    <a:pt x="761" y="1748"/>
                  </a:lnTo>
                  <a:lnTo>
                    <a:pt x="825" y="1761"/>
                  </a:lnTo>
                  <a:lnTo>
                    <a:pt x="3859" y="1761"/>
                  </a:lnTo>
                  <a:lnTo>
                    <a:pt x="3923" y="1748"/>
                  </a:lnTo>
                  <a:lnTo>
                    <a:pt x="3975" y="1713"/>
                  </a:lnTo>
                  <a:lnTo>
                    <a:pt x="4010" y="1661"/>
                  </a:lnTo>
                  <a:lnTo>
                    <a:pt x="4023" y="1597"/>
                  </a:lnTo>
                  <a:lnTo>
                    <a:pt x="4023" y="941"/>
                  </a:lnTo>
                  <a:lnTo>
                    <a:pt x="4010" y="877"/>
                  </a:lnTo>
                  <a:lnTo>
                    <a:pt x="3975" y="825"/>
                  </a:lnTo>
                  <a:lnTo>
                    <a:pt x="3923" y="790"/>
                  </a:lnTo>
                  <a:lnTo>
                    <a:pt x="3859" y="777"/>
                  </a:lnTo>
                  <a:close/>
                  <a:moveTo>
                    <a:pt x="0" y="0"/>
                  </a:moveTo>
                  <a:lnTo>
                    <a:pt x="1221" y="777"/>
                  </a:lnTo>
                  <a:lnTo>
                    <a:pt x="2062" y="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0376" y="5103"/>
              <a:ext cx="4024" cy="1761"/>
            </a:xfrm>
            <a:custGeom>
              <a:avLst/>
              <a:gdLst>
                <a:gd name="T0" fmla="+- 0 11038 10377"/>
                <a:gd name="T1" fmla="*/ T0 w 4024"/>
                <a:gd name="T2" fmla="+- 0 6044 5103"/>
                <a:gd name="T3" fmla="*/ 6044 h 1761"/>
                <a:gd name="T4" fmla="+- 0 11050 10377"/>
                <a:gd name="T5" fmla="*/ T4 w 4024"/>
                <a:gd name="T6" fmla="+- 0 5980 5103"/>
                <a:gd name="T7" fmla="*/ 5980 h 1761"/>
                <a:gd name="T8" fmla="+- 0 11086 10377"/>
                <a:gd name="T9" fmla="*/ T8 w 4024"/>
                <a:gd name="T10" fmla="+- 0 5928 5103"/>
                <a:gd name="T11" fmla="*/ 5928 h 1761"/>
                <a:gd name="T12" fmla="+- 0 11138 10377"/>
                <a:gd name="T13" fmla="*/ T12 w 4024"/>
                <a:gd name="T14" fmla="+- 0 5893 5103"/>
                <a:gd name="T15" fmla="*/ 5893 h 1761"/>
                <a:gd name="T16" fmla="+- 0 11202 10377"/>
                <a:gd name="T17" fmla="*/ T16 w 4024"/>
                <a:gd name="T18" fmla="+- 0 5880 5103"/>
                <a:gd name="T19" fmla="*/ 5880 h 1761"/>
                <a:gd name="T20" fmla="+- 0 11598 10377"/>
                <a:gd name="T21" fmla="*/ T20 w 4024"/>
                <a:gd name="T22" fmla="+- 0 5880 5103"/>
                <a:gd name="T23" fmla="*/ 5880 h 1761"/>
                <a:gd name="T24" fmla="+- 0 10377 10377"/>
                <a:gd name="T25" fmla="*/ T24 w 4024"/>
                <a:gd name="T26" fmla="+- 0 5103 5103"/>
                <a:gd name="T27" fmla="*/ 5103 h 1761"/>
                <a:gd name="T28" fmla="+- 0 12439 10377"/>
                <a:gd name="T29" fmla="*/ T28 w 4024"/>
                <a:gd name="T30" fmla="+- 0 5880 5103"/>
                <a:gd name="T31" fmla="*/ 5880 h 1761"/>
                <a:gd name="T32" fmla="+- 0 14236 10377"/>
                <a:gd name="T33" fmla="*/ T32 w 4024"/>
                <a:gd name="T34" fmla="+- 0 5880 5103"/>
                <a:gd name="T35" fmla="*/ 5880 h 1761"/>
                <a:gd name="T36" fmla="+- 0 14300 10377"/>
                <a:gd name="T37" fmla="*/ T36 w 4024"/>
                <a:gd name="T38" fmla="+- 0 5893 5103"/>
                <a:gd name="T39" fmla="*/ 5893 h 1761"/>
                <a:gd name="T40" fmla="+- 0 14352 10377"/>
                <a:gd name="T41" fmla="*/ T40 w 4024"/>
                <a:gd name="T42" fmla="+- 0 5928 5103"/>
                <a:gd name="T43" fmla="*/ 5928 h 1761"/>
                <a:gd name="T44" fmla="+- 0 14387 10377"/>
                <a:gd name="T45" fmla="*/ T44 w 4024"/>
                <a:gd name="T46" fmla="+- 0 5980 5103"/>
                <a:gd name="T47" fmla="*/ 5980 h 1761"/>
                <a:gd name="T48" fmla="+- 0 14400 10377"/>
                <a:gd name="T49" fmla="*/ T48 w 4024"/>
                <a:gd name="T50" fmla="+- 0 6044 5103"/>
                <a:gd name="T51" fmla="*/ 6044 h 1761"/>
                <a:gd name="T52" fmla="+- 0 14400 10377"/>
                <a:gd name="T53" fmla="*/ T52 w 4024"/>
                <a:gd name="T54" fmla="+- 0 6290 5103"/>
                <a:gd name="T55" fmla="*/ 6290 h 1761"/>
                <a:gd name="T56" fmla="+- 0 14400 10377"/>
                <a:gd name="T57" fmla="*/ T56 w 4024"/>
                <a:gd name="T58" fmla="+- 0 6700 5103"/>
                <a:gd name="T59" fmla="*/ 6700 h 1761"/>
                <a:gd name="T60" fmla="+- 0 14387 10377"/>
                <a:gd name="T61" fmla="*/ T60 w 4024"/>
                <a:gd name="T62" fmla="+- 0 6764 5103"/>
                <a:gd name="T63" fmla="*/ 6764 h 1761"/>
                <a:gd name="T64" fmla="+- 0 14352 10377"/>
                <a:gd name="T65" fmla="*/ T64 w 4024"/>
                <a:gd name="T66" fmla="+- 0 6816 5103"/>
                <a:gd name="T67" fmla="*/ 6816 h 1761"/>
                <a:gd name="T68" fmla="+- 0 14300 10377"/>
                <a:gd name="T69" fmla="*/ T68 w 4024"/>
                <a:gd name="T70" fmla="+- 0 6851 5103"/>
                <a:gd name="T71" fmla="*/ 6851 h 1761"/>
                <a:gd name="T72" fmla="+- 0 14236 10377"/>
                <a:gd name="T73" fmla="*/ T72 w 4024"/>
                <a:gd name="T74" fmla="+- 0 6864 5103"/>
                <a:gd name="T75" fmla="*/ 6864 h 1761"/>
                <a:gd name="T76" fmla="+- 0 12439 10377"/>
                <a:gd name="T77" fmla="*/ T76 w 4024"/>
                <a:gd name="T78" fmla="+- 0 6864 5103"/>
                <a:gd name="T79" fmla="*/ 6864 h 1761"/>
                <a:gd name="T80" fmla="+- 0 11598 10377"/>
                <a:gd name="T81" fmla="*/ T80 w 4024"/>
                <a:gd name="T82" fmla="+- 0 6864 5103"/>
                <a:gd name="T83" fmla="*/ 6864 h 1761"/>
                <a:gd name="T84" fmla="+- 0 11202 10377"/>
                <a:gd name="T85" fmla="*/ T84 w 4024"/>
                <a:gd name="T86" fmla="+- 0 6864 5103"/>
                <a:gd name="T87" fmla="*/ 6864 h 1761"/>
                <a:gd name="T88" fmla="+- 0 11138 10377"/>
                <a:gd name="T89" fmla="*/ T88 w 4024"/>
                <a:gd name="T90" fmla="+- 0 6851 5103"/>
                <a:gd name="T91" fmla="*/ 6851 h 1761"/>
                <a:gd name="T92" fmla="+- 0 11086 10377"/>
                <a:gd name="T93" fmla="*/ T92 w 4024"/>
                <a:gd name="T94" fmla="+- 0 6816 5103"/>
                <a:gd name="T95" fmla="*/ 6816 h 1761"/>
                <a:gd name="T96" fmla="+- 0 11050 10377"/>
                <a:gd name="T97" fmla="*/ T96 w 4024"/>
                <a:gd name="T98" fmla="+- 0 6764 5103"/>
                <a:gd name="T99" fmla="*/ 6764 h 1761"/>
                <a:gd name="T100" fmla="+- 0 11038 10377"/>
                <a:gd name="T101" fmla="*/ T100 w 4024"/>
                <a:gd name="T102" fmla="+- 0 6700 5103"/>
                <a:gd name="T103" fmla="*/ 6700 h 1761"/>
                <a:gd name="T104" fmla="+- 0 11038 10377"/>
                <a:gd name="T105" fmla="*/ T104 w 4024"/>
                <a:gd name="T106" fmla="+- 0 6290 5103"/>
                <a:gd name="T107" fmla="*/ 6290 h 1761"/>
                <a:gd name="T108" fmla="+- 0 11038 10377"/>
                <a:gd name="T109" fmla="*/ T108 w 4024"/>
                <a:gd name="T110" fmla="+- 0 6044 5103"/>
                <a:gd name="T111" fmla="*/ 6044 h 176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</a:cxnLst>
              <a:rect l="0" t="0" r="r" b="b"/>
              <a:pathLst>
                <a:path w="4024" h="1761">
                  <a:moveTo>
                    <a:pt x="661" y="941"/>
                  </a:moveTo>
                  <a:lnTo>
                    <a:pt x="673" y="877"/>
                  </a:lnTo>
                  <a:lnTo>
                    <a:pt x="709" y="825"/>
                  </a:lnTo>
                  <a:lnTo>
                    <a:pt x="761" y="790"/>
                  </a:lnTo>
                  <a:lnTo>
                    <a:pt x="825" y="777"/>
                  </a:lnTo>
                  <a:lnTo>
                    <a:pt x="1221" y="777"/>
                  </a:lnTo>
                  <a:lnTo>
                    <a:pt x="0" y="0"/>
                  </a:lnTo>
                  <a:lnTo>
                    <a:pt x="2062" y="777"/>
                  </a:lnTo>
                  <a:lnTo>
                    <a:pt x="3859" y="777"/>
                  </a:lnTo>
                  <a:lnTo>
                    <a:pt x="3923" y="790"/>
                  </a:lnTo>
                  <a:lnTo>
                    <a:pt x="3975" y="825"/>
                  </a:lnTo>
                  <a:lnTo>
                    <a:pt x="4010" y="877"/>
                  </a:lnTo>
                  <a:lnTo>
                    <a:pt x="4023" y="941"/>
                  </a:lnTo>
                  <a:lnTo>
                    <a:pt x="4023" y="1187"/>
                  </a:lnTo>
                  <a:lnTo>
                    <a:pt x="4023" y="1597"/>
                  </a:lnTo>
                  <a:lnTo>
                    <a:pt x="4010" y="1661"/>
                  </a:lnTo>
                  <a:lnTo>
                    <a:pt x="3975" y="1713"/>
                  </a:lnTo>
                  <a:lnTo>
                    <a:pt x="3923" y="1748"/>
                  </a:lnTo>
                  <a:lnTo>
                    <a:pt x="3859" y="1761"/>
                  </a:lnTo>
                  <a:lnTo>
                    <a:pt x="2062" y="1761"/>
                  </a:lnTo>
                  <a:lnTo>
                    <a:pt x="1221" y="1761"/>
                  </a:lnTo>
                  <a:lnTo>
                    <a:pt x="825" y="1761"/>
                  </a:lnTo>
                  <a:lnTo>
                    <a:pt x="761" y="1748"/>
                  </a:lnTo>
                  <a:lnTo>
                    <a:pt x="709" y="1713"/>
                  </a:lnTo>
                  <a:lnTo>
                    <a:pt x="673" y="1661"/>
                  </a:lnTo>
                  <a:lnTo>
                    <a:pt x="661" y="1597"/>
                  </a:lnTo>
                  <a:lnTo>
                    <a:pt x="661" y="1187"/>
                  </a:lnTo>
                  <a:lnTo>
                    <a:pt x="661" y="941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876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0CA2A-6486-41DE-8E78-FC5A56BF5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569" y="2281325"/>
            <a:ext cx="6530768" cy="4454012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vi-VN" sz="1800"/>
              <a:t>Giới thiệu </a:t>
            </a:r>
            <a:r>
              <a:rPr lang="en-US" sz="1800"/>
              <a:t>chung</a:t>
            </a:r>
            <a:endParaRPr lang="en-US" sz="18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800"/>
              <a:t>Cấu trúc phần không gian - Vệ tinh</a:t>
            </a:r>
          </a:p>
          <a:p>
            <a:pPr marL="0" indent="0">
              <a:buNone/>
            </a:pPr>
            <a:r>
              <a:rPr lang="en-US" sz="1800"/>
              <a:t>       -  Chức năng các khối	 </a:t>
            </a:r>
          </a:p>
          <a:p>
            <a:pPr>
              <a:lnSpc>
                <a:spcPct val="170000"/>
              </a:lnSpc>
              <a:buAutoNum type="arabicPeriod" startAt="3"/>
            </a:pPr>
            <a:r>
              <a:rPr lang="en-US" sz="1800"/>
              <a:t>Cấu trúc phần mặt đất – Trạm mặt đất</a:t>
            </a:r>
          </a:p>
          <a:p>
            <a:pPr marL="0" indent="0">
              <a:buNone/>
            </a:pPr>
            <a:r>
              <a:rPr lang="en-US" sz="1800"/>
              <a:t>        -  Khối phát</a:t>
            </a:r>
          </a:p>
          <a:p>
            <a:pPr marL="0" indent="0">
              <a:buNone/>
            </a:pPr>
            <a:r>
              <a:rPr lang="en-US" sz="1800"/>
              <a:t>        -  Khối thu</a:t>
            </a:r>
          </a:p>
          <a:p>
            <a:pPr marL="0" indent="0">
              <a:buNone/>
            </a:pPr>
            <a:r>
              <a:rPr lang="en-US" sz="1800"/>
              <a:t>4.     Anten trong hệ thống thông tin vệ tinh</a:t>
            </a:r>
          </a:p>
          <a:p>
            <a:pPr marL="0" indent="0">
              <a:buNone/>
            </a:pPr>
            <a:r>
              <a:rPr lang="en-US" sz="1800"/>
              <a:t>5.     Câu hỏi và bài tập</a:t>
            </a: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815" y="315911"/>
            <a:ext cx="810221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VỆ TINH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B3BB4-44E9-4D0B-BAAC-F2F1A6736917}"/>
              </a:ext>
            </a:extLst>
          </p:cNvPr>
          <p:cNvSpPr txBox="1"/>
          <p:nvPr/>
        </p:nvSpPr>
        <p:spPr>
          <a:xfrm>
            <a:off x="1871662" y="1284096"/>
            <a:ext cx="540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BÀI HỌC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2C802-B54D-7044-839F-5378EC5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6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71697" y="1331912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GIỚI THIỆU CHUNG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9771BB98-C263-4172-945E-590AED9EC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861040"/>
            <a:ext cx="8675687" cy="4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A6040-F20F-B24B-B2F3-4DBA5668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1AE6E-6CAC-4411-8993-A481D3759C73}"/>
              </a:ext>
            </a:extLst>
          </p:cNvPr>
          <p:cNvSpPr txBox="1"/>
          <p:nvPr/>
        </p:nvSpPr>
        <p:spPr>
          <a:xfrm>
            <a:off x="1019907" y="315911"/>
            <a:ext cx="818002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VỆ TINH</a:t>
            </a: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576" y="1931318"/>
            <a:ext cx="7170234" cy="5138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53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68313" y="1331912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CẤU TRÚC </a:t>
            </a:r>
            <a:r>
              <a:rPr lang="en-US" altLang="ko-KR" sz="2400" b="1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PHẦN KHÔNG GIAN – VỆ TINH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5AAAC-4721-3945-AA11-591B7253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3615B-251A-43F2-901E-95B93E2FE1C7}"/>
              </a:ext>
            </a:extLst>
          </p:cNvPr>
          <p:cNvSpPr txBox="1"/>
          <p:nvPr/>
        </p:nvSpPr>
        <p:spPr>
          <a:xfrm>
            <a:off x="949569" y="315911"/>
            <a:ext cx="740312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VỆ TINH</a:t>
            </a: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0" y="1752600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52600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71">
            <a:extLst>
              <a:ext uri="{FF2B5EF4-FFF2-40B4-BE49-F238E27FC236}">
                <a16:creationId xmlns:a16="http://schemas.microsoft.com/office/drawing/2014/main" id="{52FFCD5D-BB0D-4D06-9C8B-B0DB6F8D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2227" y="2114204"/>
            <a:ext cx="7426712" cy="3684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Anten thu của vệ tinh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2.2. Bộ lọc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2.3. LNA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2.4. Chuyển đổi tần số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2.5. Khuyếch đại công suất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2.6. Anten phát của vệ tinh</a:t>
            </a:r>
            <a:endParaRPr lang="en-US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770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611966-A17F-4DC9-A210-45A444BEB3D1}"/>
              </a:ext>
            </a:extLst>
          </p:cNvPr>
          <p:cNvSpPr txBox="1"/>
          <p:nvPr/>
        </p:nvSpPr>
        <p:spPr>
          <a:xfrm>
            <a:off x="949569" y="315911"/>
            <a:ext cx="756336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VỆ TINH</a:t>
            </a: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87062"/>
            <a:ext cx="93198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vi-V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0979" y="1136757"/>
            <a:ext cx="4635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3. CẤU TRÚC TRẠM MẶT ĐẤT</a:t>
            </a:r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1" y="2170163"/>
            <a:ext cx="9043638" cy="4290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3.1. Phần phát</a:t>
            </a:r>
            <a:endParaRPr lang="en-US" sz="28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Tín hiệu băng tần gốc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Xử lý tín hiệu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Điều chế tín hiệu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Khuếch đại cao tần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Lọc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-Anten phát của trạm mặt đất</a:t>
            </a:r>
          </a:p>
        </p:txBody>
      </p:sp>
    </p:spTree>
    <p:extLst>
      <p:ext uri="{BB962C8B-B14F-4D97-AF65-F5344CB8AC3E}">
        <p14:creationId xmlns:p14="http://schemas.microsoft.com/office/powerpoint/2010/main" val="219252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257452" y="1242704"/>
            <a:ext cx="7771487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CấU trúc trạm mặt đất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50B5-ED44-7D4D-90E9-1A7CBF66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C1BE9-4373-4010-9445-A7EEEC50DF14}"/>
              </a:ext>
            </a:extLst>
          </p:cNvPr>
          <p:cNvSpPr txBox="1"/>
          <p:nvPr/>
        </p:nvSpPr>
        <p:spPr>
          <a:xfrm>
            <a:off x="949569" y="315911"/>
            <a:ext cx="626012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VỆ TINH</a:t>
            </a: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14946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1916271"/>
            <a:ext cx="9144000" cy="4914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u="sng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3.2. Phần thu</a:t>
            </a:r>
            <a:endParaRPr lang="en-US" sz="28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 Khối giám sát điều khiển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Anten thu của trạm mặt đất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Lọc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LNA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Giải điều chế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Xử lý tín hiệu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Tín hiệu băng tần gốc</a:t>
            </a:r>
          </a:p>
        </p:txBody>
      </p:sp>
    </p:spTree>
    <p:extLst>
      <p:ext uri="{BB962C8B-B14F-4D97-AF65-F5344CB8AC3E}">
        <p14:creationId xmlns:p14="http://schemas.microsoft.com/office/powerpoint/2010/main" val="309605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AC22F-C255-4EE2-8FD7-0A485FE3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1F16A-39C7-4506-AA97-4DEA78CC8B5B}"/>
              </a:ext>
            </a:extLst>
          </p:cNvPr>
          <p:cNvSpPr txBox="1"/>
          <p:nvPr/>
        </p:nvSpPr>
        <p:spPr>
          <a:xfrm>
            <a:off x="914399" y="315911"/>
            <a:ext cx="662940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VỆ TINH</a:t>
            </a: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9AADC-401A-4787-8195-64CA69D31D31}"/>
              </a:ext>
            </a:extLst>
          </p:cNvPr>
          <p:cNvSpPr/>
          <p:nvPr/>
        </p:nvSpPr>
        <p:spPr>
          <a:xfrm>
            <a:off x="120152" y="1008408"/>
            <a:ext cx="90238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ANTEN TRONG HỆ THỐNG THÔNG TIN VỆ TINH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2426BA-BBC6-4E00-A871-A6A4E4DB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6A6957-15FB-7A13-4E26-467AF981E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132" y="2226756"/>
            <a:ext cx="3564641" cy="3263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71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152718"/>
            <a:ext cx="76200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0" i="0" u="none" kern="1200" cap="all" spc="-6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THÔNG TIN Ve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0" i="0" u="none" kern="1200" cap="all" spc="-6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TINH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3600" b="0" i="0" u="none" kern="1200" cap="all" spc="-6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10E3409-0F7A-4AD5-B3F0-2E8BB1333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r>
              <a:rPr lang="en-US" sz="1700" dirty="0"/>
              <a:t>5. CÂU HỎI VÀ BÀI TẬP</a:t>
            </a:r>
          </a:p>
          <a:p>
            <a:pPr lvl="0">
              <a:lnSpc>
                <a:spcPct val="90000"/>
              </a:lnSpc>
            </a:pPr>
            <a:r>
              <a:rPr lang="en-US" sz="1700" dirty="0" err="1"/>
              <a:t>Tại</a:t>
            </a:r>
            <a:r>
              <a:rPr lang="en-US" sz="1700" dirty="0"/>
              <a:t> </a:t>
            </a:r>
            <a:r>
              <a:rPr lang="en-US" sz="1700" dirty="0" err="1"/>
              <a:t>sao</a:t>
            </a:r>
            <a:r>
              <a:rPr lang="en-US" sz="1700" dirty="0"/>
              <a:t> </a:t>
            </a:r>
            <a:r>
              <a:rPr lang="en-US" sz="1700" dirty="0" err="1"/>
              <a:t>trong</a:t>
            </a:r>
            <a:r>
              <a:rPr lang="en-US" sz="1700" dirty="0"/>
              <a:t> </a:t>
            </a:r>
            <a:r>
              <a:rPr lang="en-US" sz="1700" dirty="0" err="1"/>
              <a:t>thông</a:t>
            </a:r>
            <a:r>
              <a:rPr lang="en-US" sz="1700" dirty="0"/>
              <a:t> tin </a:t>
            </a:r>
            <a:r>
              <a:rPr lang="en-US" sz="1700" dirty="0" err="1"/>
              <a:t>vệ</a:t>
            </a:r>
            <a:r>
              <a:rPr lang="en-US" sz="1700" dirty="0"/>
              <a:t> </a:t>
            </a:r>
            <a:r>
              <a:rPr lang="en-US" sz="1700" dirty="0" err="1"/>
              <a:t>tinh</a:t>
            </a:r>
            <a:r>
              <a:rPr lang="en-US" sz="1700" dirty="0"/>
              <a:t>, </a:t>
            </a:r>
            <a:r>
              <a:rPr lang="en-US" sz="1700" dirty="0" err="1"/>
              <a:t>tần</a:t>
            </a:r>
            <a:r>
              <a:rPr lang="en-US" sz="1700" dirty="0"/>
              <a:t> </a:t>
            </a:r>
            <a:r>
              <a:rPr lang="en-US" sz="1700" dirty="0" err="1"/>
              <a:t>số</a:t>
            </a:r>
            <a:r>
              <a:rPr lang="en-US" sz="1700" dirty="0"/>
              <a:t> </a:t>
            </a:r>
            <a:r>
              <a:rPr lang="en-US" sz="1700" dirty="0" err="1"/>
              <a:t>đường</a:t>
            </a:r>
            <a:r>
              <a:rPr lang="en-US" sz="1700" dirty="0"/>
              <a:t> </a:t>
            </a:r>
            <a:r>
              <a:rPr lang="en-US" sz="1700" dirty="0" err="1"/>
              <a:t>lên</a:t>
            </a:r>
            <a:r>
              <a:rPr lang="en-US" sz="1700" dirty="0"/>
              <a:t> </a:t>
            </a:r>
            <a:r>
              <a:rPr lang="en-US" sz="1700" dirty="0" err="1"/>
              <a:t>lại</a:t>
            </a:r>
            <a:r>
              <a:rPr lang="en-US" sz="1700" dirty="0"/>
              <a:t> </a:t>
            </a:r>
            <a:r>
              <a:rPr lang="en-US" sz="1700" dirty="0" err="1"/>
              <a:t>lớn</a:t>
            </a:r>
            <a:r>
              <a:rPr lang="en-US" sz="1700" dirty="0"/>
              <a:t> </a:t>
            </a:r>
            <a:r>
              <a:rPr lang="en-US" sz="1700" dirty="0" err="1"/>
              <a:t>hơn</a:t>
            </a:r>
            <a:r>
              <a:rPr lang="en-US" sz="1700" dirty="0"/>
              <a:t> </a:t>
            </a:r>
            <a:r>
              <a:rPr lang="en-US" sz="1700" dirty="0" err="1"/>
              <a:t>tần</a:t>
            </a:r>
            <a:r>
              <a:rPr lang="en-US" sz="1700" dirty="0"/>
              <a:t> </a:t>
            </a:r>
            <a:r>
              <a:rPr lang="en-US" sz="1700" dirty="0" err="1"/>
              <a:t>số</a:t>
            </a:r>
            <a:r>
              <a:rPr lang="en-US" sz="1700" dirty="0"/>
              <a:t> </a:t>
            </a:r>
            <a:r>
              <a:rPr lang="en-US" sz="1700" dirty="0" err="1"/>
              <a:t>đường</a:t>
            </a:r>
            <a:r>
              <a:rPr lang="en-US" sz="1700" dirty="0"/>
              <a:t> </a:t>
            </a:r>
            <a:r>
              <a:rPr lang="en-US" sz="1700" dirty="0" err="1"/>
              <a:t>xuống</a:t>
            </a:r>
            <a:r>
              <a:rPr lang="en-US" sz="1700" dirty="0"/>
              <a:t>?</a:t>
            </a:r>
          </a:p>
          <a:p>
            <a:pPr lvl="0">
              <a:lnSpc>
                <a:spcPct val="90000"/>
              </a:lnSpc>
            </a:pPr>
            <a:r>
              <a:rPr lang="en-US" sz="1700" dirty="0" err="1"/>
              <a:t>Thế</a:t>
            </a:r>
            <a:r>
              <a:rPr lang="en-US" sz="1700" dirty="0"/>
              <a:t> </a:t>
            </a:r>
            <a:r>
              <a:rPr lang="en-US" sz="1700" dirty="0" err="1"/>
              <a:t>nào</a:t>
            </a:r>
            <a:r>
              <a:rPr lang="en-US" sz="1700" dirty="0"/>
              <a:t> 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dirty="0" err="1"/>
              <a:t>một</a:t>
            </a:r>
            <a:r>
              <a:rPr lang="en-US" sz="1700" dirty="0"/>
              <a:t> </a:t>
            </a:r>
            <a:r>
              <a:rPr lang="en-US" sz="1700" dirty="0" err="1"/>
              <a:t>bộ</a:t>
            </a:r>
            <a:r>
              <a:rPr lang="en-US" sz="1700" dirty="0"/>
              <a:t> </a:t>
            </a:r>
            <a:r>
              <a:rPr lang="en-US" sz="1700" dirty="0" err="1"/>
              <a:t>khuếch</a:t>
            </a:r>
            <a:r>
              <a:rPr lang="en-US" sz="1700" dirty="0"/>
              <a:t> </a:t>
            </a:r>
            <a:r>
              <a:rPr lang="en-US" sz="1700" dirty="0" err="1"/>
              <a:t>đại</a:t>
            </a:r>
            <a:r>
              <a:rPr lang="en-US" sz="1700" dirty="0"/>
              <a:t> LNA</a:t>
            </a:r>
          </a:p>
          <a:p>
            <a:pPr lvl="0">
              <a:lnSpc>
                <a:spcPct val="90000"/>
              </a:lnSpc>
            </a:pPr>
            <a:r>
              <a:rPr lang="en-US" sz="1700" dirty="0"/>
              <a:t>Vai </a:t>
            </a:r>
            <a:r>
              <a:rPr lang="en-US" sz="1700" dirty="0" err="1"/>
              <a:t>trò</a:t>
            </a:r>
            <a:r>
              <a:rPr lang="en-US" sz="1700" dirty="0"/>
              <a:t> </a:t>
            </a:r>
            <a:r>
              <a:rPr lang="en-US" sz="1700" dirty="0" err="1"/>
              <a:t>của</a:t>
            </a:r>
            <a:r>
              <a:rPr lang="en-US" sz="1700" dirty="0"/>
              <a:t> </a:t>
            </a:r>
            <a:r>
              <a:rPr lang="en-US" sz="1700" dirty="0" err="1"/>
              <a:t>khối</a:t>
            </a:r>
            <a:r>
              <a:rPr lang="en-US" sz="1700" dirty="0"/>
              <a:t> </a:t>
            </a:r>
            <a:r>
              <a:rPr lang="en-US" sz="1700" dirty="0" err="1"/>
              <a:t>điều</a:t>
            </a:r>
            <a:r>
              <a:rPr lang="en-US" sz="1700" dirty="0"/>
              <a:t> </a:t>
            </a:r>
            <a:r>
              <a:rPr lang="en-US" sz="1700" dirty="0" err="1"/>
              <a:t>chế</a:t>
            </a:r>
            <a:r>
              <a:rPr lang="en-US" sz="1700" dirty="0"/>
              <a:t> </a:t>
            </a:r>
            <a:r>
              <a:rPr lang="en-US" sz="1700" dirty="0" err="1"/>
              <a:t>và</a:t>
            </a:r>
            <a:r>
              <a:rPr lang="en-US" sz="1700" dirty="0"/>
              <a:t> </a:t>
            </a:r>
            <a:r>
              <a:rPr lang="en-US" sz="1700" dirty="0" err="1"/>
              <a:t>giải</a:t>
            </a:r>
            <a:r>
              <a:rPr lang="en-US" sz="1700" dirty="0"/>
              <a:t> </a:t>
            </a:r>
            <a:r>
              <a:rPr lang="en-US" sz="1700" dirty="0" err="1"/>
              <a:t>điều</a:t>
            </a:r>
            <a:r>
              <a:rPr lang="en-US" sz="1700" dirty="0"/>
              <a:t> </a:t>
            </a:r>
            <a:r>
              <a:rPr lang="en-US" sz="1700" dirty="0" err="1"/>
              <a:t>chế</a:t>
            </a:r>
            <a:r>
              <a:rPr lang="en-US" sz="1700" dirty="0"/>
              <a:t> </a:t>
            </a:r>
            <a:r>
              <a:rPr lang="en-US" sz="1700" dirty="0" err="1"/>
              <a:t>trong</a:t>
            </a:r>
            <a:r>
              <a:rPr lang="en-US" sz="1700" dirty="0"/>
              <a:t> </a:t>
            </a:r>
            <a:r>
              <a:rPr lang="en-US" sz="1700" dirty="0" err="1"/>
              <a:t>thông</a:t>
            </a:r>
            <a:r>
              <a:rPr lang="en-US" sz="1700" dirty="0"/>
              <a:t> tin</a:t>
            </a:r>
          </a:p>
          <a:p>
            <a:pPr lvl="0">
              <a:lnSpc>
                <a:spcPct val="90000"/>
              </a:lnSpc>
            </a:pPr>
            <a:r>
              <a:rPr lang="en-US" sz="1700" dirty="0" err="1"/>
              <a:t>Trình</a:t>
            </a:r>
            <a:r>
              <a:rPr lang="en-US" sz="1700" dirty="0"/>
              <a:t> </a:t>
            </a:r>
            <a:r>
              <a:rPr lang="en-US" sz="1700" dirty="0" err="1"/>
              <a:t>bày</a:t>
            </a:r>
            <a:r>
              <a:rPr lang="en-US" sz="1700" dirty="0"/>
              <a:t> </a:t>
            </a:r>
            <a:r>
              <a:rPr lang="en-US" sz="1700" dirty="0" err="1"/>
              <a:t>những</a:t>
            </a:r>
            <a:r>
              <a:rPr lang="en-US" sz="1700" dirty="0"/>
              <a:t> </a:t>
            </a:r>
            <a:r>
              <a:rPr lang="en-US" sz="1700" dirty="0" err="1"/>
              <a:t>hiểu</a:t>
            </a:r>
            <a:r>
              <a:rPr lang="en-US" sz="1700" dirty="0"/>
              <a:t> </a:t>
            </a:r>
            <a:r>
              <a:rPr lang="en-US" sz="1700" dirty="0" err="1"/>
              <a:t>biết</a:t>
            </a:r>
            <a:r>
              <a:rPr lang="en-US" sz="1700" dirty="0"/>
              <a:t> </a:t>
            </a:r>
            <a:r>
              <a:rPr lang="en-US" sz="1700" dirty="0" err="1"/>
              <a:t>của</a:t>
            </a:r>
            <a:r>
              <a:rPr lang="en-US" sz="1700" dirty="0"/>
              <a:t> </a:t>
            </a:r>
            <a:r>
              <a:rPr lang="en-US" sz="1700" dirty="0" err="1"/>
              <a:t>bạn</a:t>
            </a:r>
            <a:r>
              <a:rPr lang="en-US" sz="1700" dirty="0"/>
              <a:t> </a:t>
            </a:r>
            <a:r>
              <a:rPr lang="en-US" sz="1700" dirty="0" err="1"/>
              <a:t>về</a:t>
            </a:r>
            <a:r>
              <a:rPr lang="en-US" sz="1700" dirty="0"/>
              <a:t> </a:t>
            </a:r>
            <a:r>
              <a:rPr lang="en-US" sz="1700" dirty="0" err="1"/>
              <a:t>cấu</a:t>
            </a:r>
            <a:r>
              <a:rPr lang="en-US" sz="1700" dirty="0"/>
              <a:t> </a:t>
            </a:r>
            <a:r>
              <a:rPr lang="en-US" sz="1700" dirty="0" err="1"/>
              <a:t>tạo</a:t>
            </a:r>
            <a:r>
              <a:rPr lang="en-US" sz="1700" dirty="0"/>
              <a:t> </a:t>
            </a:r>
            <a:r>
              <a:rPr lang="en-US" sz="1700" dirty="0" err="1"/>
              <a:t>vệ</a:t>
            </a:r>
            <a:r>
              <a:rPr lang="en-US" sz="1700" dirty="0"/>
              <a:t> </a:t>
            </a:r>
            <a:r>
              <a:rPr lang="en-US" sz="1700" dirty="0" err="1"/>
              <a:t>tinh</a:t>
            </a:r>
            <a:r>
              <a:rPr lang="en-US" sz="1700" dirty="0"/>
              <a:t> Vinasat-1</a:t>
            </a:r>
          </a:p>
          <a:p>
            <a:pPr lvl="0">
              <a:lnSpc>
                <a:spcPct val="90000"/>
              </a:lnSpc>
            </a:pPr>
            <a:r>
              <a:rPr lang="en-US" sz="1700" dirty="0" err="1"/>
              <a:t>Tín</a:t>
            </a:r>
            <a:r>
              <a:rPr lang="en-US" sz="1700" dirty="0"/>
              <a:t> </a:t>
            </a:r>
            <a:r>
              <a:rPr lang="en-US" sz="1700" dirty="0" err="1"/>
              <a:t>hiệu</a:t>
            </a:r>
            <a:r>
              <a:rPr lang="en-US" sz="1700" dirty="0"/>
              <a:t> </a:t>
            </a:r>
            <a:r>
              <a:rPr lang="en-US" sz="1700" dirty="0" err="1"/>
              <a:t>băng</a:t>
            </a:r>
            <a:r>
              <a:rPr lang="en-US" sz="1700" dirty="0"/>
              <a:t> </a:t>
            </a:r>
            <a:r>
              <a:rPr lang="en-US" sz="1700" dirty="0" err="1"/>
              <a:t>tần</a:t>
            </a:r>
            <a:r>
              <a:rPr lang="en-US" sz="1700" dirty="0"/>
              <a:t> </a:t>
            </a:r>
            <a:r>
              <a:rPr lang="en-US" sz="1700" dirty="0" err="1"/>
              <a:t>gốc</a:t>
            </a:r>
            <a:r>
              <a:rPr lang="en-US" sz="1700" dirty="0"/>
              <a:t>? Vai </a:t>
            </a:r>
            <a:r>
              <a:rPr lang="en-US" sz="1700" dirty="0" err="1"/>
              <a:t>trò</a:t>
            </a:r>
            <a:r>
              <a:rPr lang="en-US" sz="1700" dirty="0"/>
              <a:t> </a:t>
            </a:r>
            <a:r>
              <a:rPr lang="en-US" sz="1700" dirty="0" err="1"/>
              <a:t>của</a:t>
            </a:r>
            <a:r>
              <a:rPr lang="en-US" sz="1700" dirty="0"/>
              <a:t> </a:t>
            </a:r>
            <a:r>
              <a:rPr lang="en-US" sz="1700" dirty="0" err="1"/>
              <a:t>khối</a:t>
            </a:r>
            <a:r>
              <a:rPr lang="en-US" sz="1700" dirty="0"/>
              <a:t> </a:t>
            </a:r>
            <a:r>
              <a:rPr lang="en-US" sz="1700" dirty="0" err="1"/>
              <a:t>xử</a:t>
            </a:r>
            <a:r>
              <a:rPr lang="en-US" sz="1700" dirty="0"/>
              <a:t> </a:t>
            </a:r>
            <a:r>
              <a:rPr lang="en-US" sz="1700" dirty="0" err="1"/>
              <a:t>lý</a:t>
            </a:r>
            <a:r>
              <a:rPr lang="en-US" sz="1700" dirty="0"/>
              <a:t> </a:t>
            </a:r>
            <a:r>
              <a:rPr lang="en-US" sz="1700" dirty="0" err="1"/>
              <a:t>tín</a:t>
            </a:r>
            <a:r>
              <a:rPr lang="en-US" sz="1700" dirty="0"/>
              <a:t> </a:t>
            </a:r>
            <a:r>
              <a:rPr lang="en-US" sz="1700" dirty="0" err="1"/>
              <a:t>hiệu</a:t>
            </a:r>
            <a:r>
              <a:rPr lang="en-US" sz="1700" dirty="0"/>
              <a:t>? 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768D577-AF8C-1472-DE11-2837F4CFF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/>
          <a:lstStyle/>
          <a:p>
            <a:endParaRPr lang="en-US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D6343B36-8A60-547F-55D3-369B8E2FD4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29" r="4955" b="-2"/>
          <a:stretch/>
        </p:blipFill>
        <p:spPr>
          <a:xfrm>
            <a:off x="5093208" y="2259366"/>
            <a:ext cx="3291840" cy="384048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8227377" y="5885497"/>
            <a:ext cx="131572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38DF745-7D3F-47F4-83A3-874385CFAA69}" type="slidenum">
              <a:rPr lang="en-US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853222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 - &amp;quot;CONTENT&amp;quot;&quot;/&gt;&lt;property id=&quot;20307&quot; value=&quot;258&quot;/&gt;&lt;/object&gt;&lt;object type=&quot;3&quot; unique_id=&quot;10006&quot;&gt;&lt;property id=&quot;20148&quot; value=&quot;5&quot;/&gt;&lt;property id=&quot;20300&quot; value=&quot;Slide 3&quot;/&gt;&lt;property id=&quot;20307&quot; value=&quot;260&quot;/&gt;&lt;/object&gt;&lt;object type=&quot;3&quot; unique_id=&quot;10007&quot;&gt;&lt;property id=&quot;20148&quot; value=&quot;5&quot;/&gt;&lt;property id=&quot;20300&quot; value=&quot;Slide 4&quot;/&gt;&lt;property id=&quot;20307&quot; value=&quot;261&quot;/&gt;&lt;/object&gt;&lt;object type=&quot;3&quot; unique_id=&quot;10008&quot;&gt;&lt;property id=&quot;20148&quot; value=&quot;5&quot;/&gt;&lt;property id=&quot;20300&quot; value=&quot;Slide 5&quot;/&gt;&lt;property id=&quot;20307&quot; value=&quot;262&quot;/&gt;&lt;/object&gt;&lt;object type=&quot;3&quot; unique_id=&quot;10009&quot;&gt;&lt;property id=&quot;20148&quot; value=&quot;5&quot;/&gt;&lt;property id=&quot;20300&quot; value=&quot;Slide 6&quot;/&gt;&lt;property id=&quot;20307&quot; value=&quot;263&quot;/&gt;&lt;/object&gt;&lt;object type=&quot;3&quot; unique_id=&quot;10010&quot;&gt;&lt;property id=&quot;20148&quot; value=&quot;5&quot;/&gt;&lt;property id=&quot;20300&quot; value=&quot;Slide 7&quot;/&gt;&lt;property id=&quot;20307&quot; value=&quot;264&quot;/&gt;&lt;/object&gt;&lt;object type=&quot;3&quot; unique_id=&quot;10014&quot;&gt;&lt;property id=&quot;20148&quot; value=&quot;5&quot;/&gt;&lt;property id=&quot;20300&quot; value=&quot;Slide 8&quot;/&gt;&lt;property id=&quot;20307&quot; value=&quot;267&quot;/&gt;&lt;/object&gt;&lt;object type=&quot;3&quot; unique_id=&quot;10017&quot;&gt;&lt;property id=&quot;20148&quot; value=&quot;5&quot;/&gt;&lt;property id=&quot;20300&quot; value=&quot;Slide 18&quot;/&gt;&lt;property id=&quot;20307&quot; value=&quot;270&quot;/&gt;&lt;/object&gt;&lt;object type=&quot;3&quot; unique_id=&quot;10451&quot;&gt;&lt;property id=&quot;20148&quot; value=&quot;5&quot;/&gt;&lt;property id=&quot;20300&quot; value=&quot;Slide 9&quot;/&gt;&lt;property id=&quot;20307&quot; value=&quot;273&quot;/&gt;&lt;/object&gt;&lt;object type=&quot;3&quot; unique_id=&quot;10903&quot;&gt;&lt;property id=&quot;20148&quot; value=&quot;5&quot;/&gt;&lt;property id=&quot;20300&quot; value=&quot;Slide 11&quot;/&gt;&lt;property id=&quot;20307&quot; value=&quot;276&quot;/&gt;&lt;/object&gt;&lt;object type=&quot;3&quot; unique_id=&quot;1166415&quot;&gt;&lt;property id=&quot;20148&quot; value=&quot;5&quot;/&gt;&lt;property id=&quot;20300&quot; value=&quot;Slide 10&quot;/&gt;&lt;property id=&quot;20307&quot; value=&quot;277&quot;/&gt;&lt;/object&gt;&lt;object type=&quot;3&quot; unique_id=&quot;1166476&quot;&gt;&lt;property id=&quot;20148&quot; value=&quot;5&quot;/&gt;&lt;property id=&quot;20300&quot; value=&quot;Slide 12&quot;/&gt;&lt;property id=&quot;20307&quot; value=&quot;286&quot;/&gt;&lt;/object&gt;&lt;object type=&quot;3&quot; unique_id=&quot;1166642&quot;&gt;&lt;property id=&quot;20148&quot; value=&quot;5&quot;/&gt;&lt;property id=&quot;20300&quot; value=&quot;Slide 13&quot;/&gt;&lt;property id=&quot;20307&quot; value=&quot;281&quot;/&gt;&lt;/object&gt;&lt;object type=&quot;3&quot; unique_id=&quot;1166643&quot;&gt;&lt;property id=&quot;20148&quot; value=&quot;5&quot;/&gt;&lt;property id=&quot;20300&quot; value=&quot;Slide 14&quot;/&gt;&lt;property id=&quot;20307&quot; value=&quot;288&quot;/&gt;&lt;/object&gt;&lt;object type=&quot;3&quot; unique_id=&quot;1166644&quot;&gt;&lt;property id=&quot;20148&quot; value=&quot;5&quot;/&gt;&lt;property id=&quot;20300&quot; value=&quot;Slide 15&quot;/&gt;&lt;property id=&quot;20307&quot; value=&quot;289&quot;/&gt;&lt;/object&gt;&lt;object type=&quot;3&quot; unique_id=&quot;1166645&quot;&gt;&lt;property id=&quot;20148&quot; value=&quot;5&quot;/&gt;&lt;property id=&quot;20300&quot; value=&quot;Slide 16&quot;/&gt;&lt;property id=&quot;20307&quot; value=&quot;285&quot;/&gt;&lt;/object&gt;&lt;object type=&quot;3&quot; unique_id=&quot;1166646&quot;&gt;&lt;property id=&quot;20148&quot; value=&quot;5&quot;/&gt;&lt;property id=&quot;20300&quot; value=&quot;Slide 17&quot;/&gt;&lt;property id=&quot;20307&quot; value=&quot;291&quot;/&gt;&lt;/object&gt;&lt;/object&gt;&lt;object type=&quot;8&quot; unique_id=&quot;10034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071AB2BE2774A9C6F5D2B7BD14EDC" ma:contentTypeVersion="12" ma:contentTypeDescription="Create a new document." ma:contentTypeScope="" ma:versionID="a5f0e81f927b551c3c32385215b4a772">
  <xsd:schema xmlns:xsd="http://www.w3.org/2001/XMLSchema" xmlns:xs="http://www.w3.org/2001/XMLSchema" xmlns:p="http://schemas.microsoft.com/office/2006/metadata/properties" xmlns:ns2="76c39492-0838-4393-a9cb-f762ec560696" xmlns:ns3="10c0e146-7933-430d-95e9-7a57eeef4b51" targetNamespace="http://schemas.microsoft.com/office/2006/metadata/properties" ma:root="true" ma:fieldsID="eef2dfc9304f027e92937f3f644ead54" ns2:_="" ns3:_="">
    <xsd:import namespace="76c39492-0838-4393-a9cb-f762ec560696"/>
    <xsd:import namespace="10c0e146-7933-430d-95e9-7a57eeef4b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39492-0838-4393-a9cb-f762ec560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0e146-7933-430d-95e9-7a57eeef4b5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9fe5d71-36d0-44db-8c49-8726554bd002}" ma:internalName="TaxCatchAll" ma:showField="CatchAllData" ma:web="10c0e146-7933-430d-95e9-7a57eeef4b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c0e146-7933-430d-95e9-7a57eeef4b51" xsi:nil="true"/>
    <lcf76f155ced4ddcb4097134ff3c332f xmlns="76c39492-0838-4393-a9cb-f762ec5606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B1E29C5-0E92-4773-974F-14F92B894428}"/>
</file>

<file path=customXml/itemProps2.xml><?xml version="1.0" encoding="utf-8"?>
<ds:datastoreItem xmlns:ds="http://schemas.openxmlformats.org/officeDocument/2006/customXml" ds:itemID="{0C0CF725-28D1-47B1-8519-A1906D559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EF8AF4-6609-4BFA-9A28-F714DC635480}">
  <ds:schemaRefs>
    <ds:schemaRef ds:uri="http://purl.org/dc/terms/"/>
    <ds:schemaRef ds:uri="http://purl.org/dc/elements/1.1/"/>
    <ds:schemaRef ds:uri="http://www.w3.org/XML/1998/namespace"/>
    <ds:schemaRef ds:uri="91781773-cf10-4f2f-83f1-f92ceadca312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caa1b16a-a8f8-4463-89e0-0b22ac18206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Essential.thmx</Template>
  <TotalTime>4022</TotalTime>
  <Words>351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Arial Unicode MS</vt:lpstr>
      <vt:lpstr>Calibri</vt:lpstr>
      <vt:lpstr>Times New Roman</vt:lpstr>
      <vt:lpstr>Wingdings</vt:lpstr>
      <vt:lpstr>Essential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Hoang-hai Tran</dc:creator>
  <cp:lastModifiedBy>Lam Hong Thach</cp:lastModifiedBy>
  <cp:revision>339</cp:revision>
  <dcterms:created xsi:type="dcterms:W3CDTF">2016-05-07T23:28:48Z</dcterms:created>
  <dcterms:modified xsi:type="dcterms:W3CDTF">2024-03-03T13:40:09Z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0x0101004A4071AB2BE2774A9C6F5D2B7BD14EDC</vt:lpwstr>
  </property>
</Properties>
</file>